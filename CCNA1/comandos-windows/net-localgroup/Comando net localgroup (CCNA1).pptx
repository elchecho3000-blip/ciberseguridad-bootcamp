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6191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4813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3013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0585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2615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894391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77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63489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361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287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47352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C455F-990E-4E61-815E-988AF11988EF}" type="datetimeFigureOut">
              <a:rPr lang="es-DO" smtClean="0"/>
              <a:t>22/1/2026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5707A-681A-40FF-B29E-60965F1CA6B0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3067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Introduccion</a:t>
            </a:r>
            <a:r>
              <a:rPr lang="es-ES" dirty="0"/>
              <a:t> a las redes (CCNA1)</a:t>
            </a:r>
            <a:endParaRPr lang="es-D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Comandos net </a:t>
            </a:r>
            <a:r>
              <a:rPr lang="es-ES" dirty="0" err="1" smtClean="0"/>
              <a:t>localgroup</a:t>
            </a:r>
            <a:r>
              <a:rPr lang="es-ES" dirty="0" smtClean="0"/>
              <a:t> </a:t>
            </a:r>
            <a:r>
              <a:rPr lang="es-ES" dirty="0"/>
              <a:t>para CMD de Windows</a:t>
            </a:r>
          </a:p>
          <a:p>
            <a:r>
              <a:rPr lang="es-ES" dirty="0"/>
              <a:t>Luis Reyes </a:t>
            </a:r>
            <a:r>
              <a:rPr lang="es-ES" dirty="0" err="1"/>
              <a:t>Volquez</a:t>
            </a:r>
            <a:endParaRPr lang="es-ES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93442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</a:t>
            </a:r>
            <a:r>
              <a:rPr lang="es-ES" dirty="0" smtClean="0"/>
              <a:t>net </a:t>
            </a:r>
            <a:r>
              <a:rPr lang="es-ES" dirty="0" err="1" smtClean="0"/>
              <a:t>localgroup</a:t>
            </a:r>
            <a:endParaRPr lang="es-D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ver los </a:t>
            </a:r>
            <a:r>
              <a:rPr lang="es-ES" dirty="0" smtClean="0"/>
              <a:t>grupos locales en el sistema.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54333" y="1825625"/>
            <a:ext cx="40173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7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56BFD9-F4BD-0261-5932-6807B559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7954189-7413-584B-39AB-3A356672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Comando net </a:t>
            </a:r>
            <a:r>
              <a:rPr lang="es-ES" dirty="0" err="1" smtClean="0"/>
              <a:t>localgroup</a:t>
            </a:r>
            <a:r>
              <a:rPr lang="es-ES" dirty="0" smtClean="0"/>
              <a:t> [grupo] 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22CD6599-C9F1-84C6-26DE-C82ACBF66C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ver </a:t>
            </a:r>
            <a:r>
              <a:rPr lang="es-ES" dirty="0" smtClean="0"/>
              <a:t>los usuarios de dicho grupo.</a:t>
            </a:r>
            <a:endParaRPr lang="es-DO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03917" y="1825625"/>
            <a:ext cx="4448796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6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Comando net </a:t>
            </a:r>
            <a:r>
              <a:rPr lang="es-ES" dirty="0" err="1"/>
              <a:t>localgroup</a:t>
            </a:r>
            <a:r>
              <a:rPr lang="es-ES" dirty="0"/>
              <a:t> [grupo] </a:t>
            </a:r>
            <a:r>
              <a:rPr lang="es-ES" dirty="0" smtClean="0"/>
              <a:t>/</a:t>
            </a:r>
            <a:r>
              <a:rPr lang="es-ES" dirty="0" err="1" smtClean="0"/>
              <a:t>add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crear un nuevo grupo.</a:t>
            </a:r>
            <a:endParaRPr lang="es-DO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2848" y="1825625"/>
            <a:ext cx="32203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5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5"/>
            <a:ext cx="10805160" cy="1325563"/>
          </a:xfrm>
        </p:spPr>
        <p:txBody>
          <a:bodyPr/>
          <a:lstStyle/>
          <a:p>
            <a:r>
              <a:rPr lang="es-ES" dirty="0"/>
              <a:t>Comando net </a:t>
            </a:r>
            <a:r>
              <a:rPr lang="es-ES" dirty="0" err="1"/>
              <a:t>localgroup</a:t>
            </a:r>
            <a:r>
              <a:rPr lang="es-ES" dirty="0"/>
              <a:t> [grupo] </a:t>
            </a:r>
            <a:r>
              <a:rPr lang="es-ES" dirty="0" smtClean="0"/>
              <a:t>[usuario</a:t>
            </a:r>
            <a:r>
              <a:rPr lang="es-ES" dirty="0"/>
              <a:t>] </a:t>
            </a:r>
            <a:r>
              <a:rPr lang="es-ES" dirty="0" smtClean="0"/>
              <a:t>/</a:t>
            </a:r>
            <a:r>
              <a:rPr lang="es-ES" dirty="0" err="1" smtClean="0"/>
              <a:t>add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añadir un usuario a un grupo, ambos existentes.</a:t>
            </a:r>
            <a:endParaRPr lang="es-DO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DO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414395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6" y="365125"/>
            <a:ext cx="10870474" cy="1325563"/>
          </a:xfrm>
        </p:spPr>
        <p:txBody>
          <a:bodyPr>
            <a:normAutofit/>
          </a:bodyPr>
          <a:lstStyle/>
          <a:p>
            <a:r>
              <a:rPr lang="es-ES" sz="4000" dirty="0"/>
              <a:t>Comando net </a:t>
            </a:r>
            <a:r>
              <a:rPr lang="es-ES" sz="4000" dirty="0" err="1"/>
              <a:t>localgroup</a:t>
            </a:r>
            <a:r>
              <a:rPr lang="es-ES" sz="4000" dirty="0"/>
              <a:t> [grupo] [usuario] </a:t>
            </a:r>
            <a:r>
              <a:rPr lang="es-ES" sz="4000" dirty="0" smtClean="0"/>
              <a:t>/</a:t>
            </a:r>
            <a:r>
              <a:rPr lang="es-ES" sz="4000" dirty="0" err="1" smtClean="0"/>
              <a:t>delete</a:t>
            </a:r>
            <a:endParaRPr lang="es-DO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eliminar un usuario de un grupo.</a:t>
            </a:r>
            <a:endParaRPr lang="es-DO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7028" y="1825625"/>
            <a:ext cx="3820058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BFA417-C7F5-06B4-AD04-3378EEB48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C63E66-B265-AF9F-F41A-98F40E97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26" y="365125"/>
            <a:ext cx="10870474" cy="1325563"/>
          </a:xfrm>
        </p:spPr>
        <p:txBody>
          <a:bodyPr>
            <a:normAutofit/>
          </a:bodyPr>
          <a:lstStyle/>
          <a:p>
            <a:r>
              <a:rPr lang="es-ES" sz="4000" dirty="0"/>
              <a:t>Comando net </a:t>
            </a:r>
            <a:r>
              <a:rPr lang="es-ES" sz="4000" dirty="0" err="1"/>
              <a:t>localgroup</a:t>
            </a:r>
            <a:r>
              <a:rPr lang="es-ES" sz="4000" dirty="0"/>
              <a:t> [grupo] </a:t>
            </a:r>
            <a:r>
              <a:rPr lang="es-ES" sz="4000" dirty="0" smtClean="0"/>
              <a:t> /</a:t>
            </a:r>
            <a:r>
              <a:rPr lang="es-ES" sz="4000" dirty="0" err="1" smtClean="0"/>
              <a:t>delete</a:t>
            </a:r>
            <a:endParaRPr lang="es-DO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EBF406D3-4B46-B9D4-FB81-53D8332B98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Se utiliza para </a:t>
            </a:r>
            <a:r>
              <a:rPr lang="es-ES" dirty="0" smtClean="0"/>
              <a:t>eliminar un grupo.</a:t>
            </a:r>
            <a:endParaRPr lang="es-D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6735" y="1825625"/>
            <a:ext cx="36725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531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123</Words>
  <Application>Microsoft Office PowerPoint</Application>
  <PresentationFormat>Panorámica</PresentationFormat>
  <Paragraphs>15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Introduccion a las redes (CCNA1)</vt:lpstr>
      <vt:lpstr>Comando net localgroup</vt:lpstr>
      <vt:lpstr>Comando net localgroup [grupo] </vt:lpstr>
      <vt:lpstr>Comando net localgroup [grupo] /add</vt:lpstr>
      <vt:lpstr>Comando net localgroup [grupo] [usuario] /add</vt:lpstr>
      <vt:lpstr>Comando net localgroup [grupo] [usuario] /delete</vt:lpstr>
      <vt:lpstr>Comando net localgroup [grupo]  /delete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 a las redes (CCNA1)</dc:title>
  <dc:creator>Luis Reyes</dc:creator>
  <cp:lastModifiedBy>Cuenta Microsoft</cp:lastModifiedBy>
  <cp:revision>15</cp:revision>
  <dcterms:created xsi:type="dcterms:W3CDTF">2026-01-19T16:27:51Z</dcterms:created>
  <dcterms:modified xsi:type="dcterms:W3CDTF">2026-01-22T13:07:12Z</dcterms:modified>
</cp:coreProperties>
</file>