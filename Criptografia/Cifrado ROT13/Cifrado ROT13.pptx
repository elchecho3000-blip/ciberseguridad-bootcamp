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4" r:id="rId6"/>
    <p:sldId id="278" r:id="rId7"/>
    <p:sldId id="279" r:id="rId8"/>
    <p:sldId id="280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4DF5F-86F9-5F14-B807-DF75A1498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D3249-F690-4BBA-61A5-A060E56A7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A77BD-83CF-8798-CDE4-AAFE4E8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5700C0-E7D4-9ADE-756E-0BB7DF11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B4956-CF58-84F6-A362-36D87425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C22A-46EF-B7F7-DA9F-FFC64668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B9B53-B116-B5AB-097A-CF499D9E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1F34A0-DA1E-0C5F-35CD-3444CC23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48977-B820-4807-0731-261B902F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4C08C-3EE1-33F2-79A6-03026695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8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BF7DA-EBE4-1053-73F8-FAE756D9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0D9FAC-30AA-41EB-2FAD-2D14E01A8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25522-CB91-2B90-6748-3B6D43E6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6D1450-5D93-FED1-D489-2C0DBD0A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D2F38-1C10-6B9C-0ED8-23543970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5B587-AE33-60B5-00D5-3C3F6721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43273-DA38-1E89-2C28-5FF939D2B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D698C4-5829-7233-7B4E-C251FE099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977B2E-C4CD-4D2B-2878-92CF7FB7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B19627-C344-00EA-0E00-A5E7276C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9E700-6417-4C44-2F11-733E7D7E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1B00E-2E34-C83D-5443-54B0A25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B325F6-08C6-55A3-5389-3741580B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1E0E68-A162-4BE8-65D3-62BD56B66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FD13B6-4339-CCD9-CAC8-6D1012ACD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7BAA4A-179E-6050-222C-D06160EE1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9477E7-A7CC-2F29-BACF-57BBB4AA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651D8F-A5B1-B34B-6F87-FEF29B03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5A7A89-8E33-9953-8269-80B6D440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9802B-E5D9-D1CC-2C16-1D4B3D42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8276DE-E2D8-FDD8-811C-F60DBF9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A15A6A-5967-555E-2E8F-AD5BE8A6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0BE36-C324-0896-CCE0-B53F4973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1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3F4718-C4BE-2AB0-37D5-E5099C95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3350FE-D811-B801-D003-50C4B1CE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DC38B-1F68-631D-CF5C-7CDBA760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7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CDD9A-10F9-BA6A-3307-A4D2184E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55335-7D17-0DC1-F3D9-59D75E04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8DBA60-6F4A-CDEF-E714-412937022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2BD7D4-6BD4-E5B6-0D60-552ED0BB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4091E5-C77D-6678-C590-FCE7BC7F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0BBE9-8C5F-4D41-50E6-D71393C9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DA692-C551-3ACF-5625-CEFE488E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865D7E-1171-E6F9-4A78-BC1B7FCB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47CF7C-4A8C-33F6-ADF3-7805D40A0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B96CCD-FB64-1AC1-E3A4-C53440D9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5C5ABB-C0F4-D3B3-DE51-FB8CEBAA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B5C441-8A15-1221-64BB-3E6BA2D7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A917F-8A42-ED75-0D14-1DE74375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5D46D3-60FA-71EB-87D8-B6AF14D43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F3A7-93B9-5B33-B99C-2E1D5FB3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E310C9-C1DE-F06E-70C3-33CA1DD4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062832-5E06-DC39-235B-C353E309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8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DE9587-3760-07E5-5F2E-F01E8C253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BC921-584E-4656-DBE2-E845A18E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5357F-8FC1-262E-7EFC-16C1193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1921B1-FA5C-BF47-1FDC-60691103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94725-EE54-29AA-C8A2-36D8AE68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2981F2-5468-4048-53AA-5D3CB2BB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534CB-B1FA-9393-6593-CCC109E74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AECA9-F9C9-FB14-5653-2EBF9EF54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EDEEE-B69A-54EA-8A4B-636639A9F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5DDD59-44B7-8943-454F-1B61B51E1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1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lchecho3000-blip/Ciberseguridad-bootcamp/tree/main/Criptografi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92AB771-0ADD-99B2-D56D-9D6632AA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2685039"/>
            <a:ext cx="11707091" cy="4076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DO" b="1" dirty="0"/>
              <a:t>Participante: </a:t>
            </a:r>
            <a:r>
              <a:rPr lang="es-DO" dirty="0"/>
              <a:t>Luis Ramón Reyes </a:t>
            </a:r>
            <a:r>
              <a:rPr lang="es-DO" dirty="0" err="1"/>
              <a:t>Volquez</a:t>
            </a:r>
            <a:r>
              <a:rPr lang="es-DO" dirty="0"/>
              <a:t>	</a:t>
            </a:r>
          </a:p>
          <a:p>
            <a:pPr marL="0" indent="0">
              <a:buNone/>
            </a:pPr>
            <a:r>
              <a:rPr lang="es-DO" b="1" dirty="0"/>
              <a:t>Técnico: </a:t>
            </a:r>
            <a:r>
              <a:rPr lang="es-DO" dirty="0"/>
              <a:t>Ciberseguridad</a:t>
            </a:r>
          </a:p>
          <a:p>
            <a:pPr marL="0" indent="0">
              <a:buNone/>
            </a:pPr>
            <a:r>
              <a:rPr lang="es-DO" b="1" dirty="0"/>
              <a:t>Módulo: </a:t>
            </a:r>
            <a:r>
              <a:rPr lang="es-DO" dirty="0"/>
              <a:t>Criptografía</a:t>
            </a:r>
          </a:p>
          <a:p>
            <a:pPr marL="0" indent="0">
              <a:buNone/>
            </a:pPr>
            <a:r>
              <a:rPr lang="es-DO" b="1" dirty="0"/>
              <a:t>Facilitador: </a:t>
            </a:r>
            <a:r>
              <a:rPr lang="es-DO" dirty="0"/>
              <a:t>Kevin Feliz </a:t>
            </a:r>
            <a:r>
              <a:rPr lang="es-DO" dirty="0" err="1"/>
              <a:t>Henriquez</a:t>
            </a:r>
            <a:endParaRPr lang="es-DO" dirty="0"/>
          </a:p>
          <a:p>
            <a:pPr marL="0" indent="0">
              <a:buNone/>
            </a:pPr>
            <a:r>
              <a:rPr lang="es-DO" b="1" dirty="0"/>
              <a:t>Centro: </a:t>
            </a:r>
            <a:r>
              <a:rPr lang="es-DO" dirty="0" err="1"/>
              <a:t>Cyberclass</a:t>
            </a:r>
            <a:r>
              <a:rPr lang="es-DO" dirty="0"/>
              <a:t> - INFOTEP</a:t>
            </a:r>
          </a:p>
          <a:p>
            <a:pPr marL="0" indent="0" algn="l">
              <a:buNone/>
            </a:pPr>
            <a:r>
              <a:rPr lang="es-DO" b="1" dirty="0"/>
              <a:t>Práctica: </a:t>
            </a:r>
            <a:r>
              <a:rPr lang="es-DO" b="0" i="0" dirty="0">
                <a:solidFill>
                  <a:srgbClr val="1D2125"/>
                </a:solidFill>
                <a:effectLst/>
                <a:latin typeface="-apple-system"/>
              </a:rPr>
              <a:t>Criptografía por sustitución</a:t>
            </a:r>
          </a:p>
          <a:p>
            <a:pPr marL="0" indent="0">
              <a:buNone/>
            </a:pPr>
            <a:r>
              <a:rPr lang="es-DO" b="1" dirty="0"/>
              <a:t>Descripción: </a:t>
            </a:r>
            <a:r>
              <a:rPr lang="es-DO" dirty="0"/>
              <a:t>En esta practica desarrollaremos el cifrado ROT13 que es un derivado del cifrado Cesar y consiste en rotar 13 posiciones del alfabeto los caracteres del texto. </a:t>
            </a:r>
          </a:p>
          <a:p>
            <a:pPr marL="0" indent="0">
              <a:buNone/>
            </a:pPr>
            <a:r>
              <a:rPr lang="es-DO" b="1" dirty="0"/>
              <a:t>Link de GitHub: </a:t>
            </a:r>
            <a:r>
              <a:rPr lang="es-DO" dirty="0">
                <a:hlinkClick r:id="rId2"/>
              </a:rPr>
              <a:t>https://github.com/elchecho3000-blip/Ciberseguridad-bootcamp/tree/main/Criptografia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5D422F-3A50-7316-164A-9988FFF1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781" y="1027144"/>
            <a:ext cx="4505954" cy="122889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604EA8-DA9D-BB26-AE97-B776E9D4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65290"/>
            <a:ext cx="41624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46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4E8C4-E2F4-2B03-2F72-145704F03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31938"/>
            <a:ext cx="4426975" cy="4394124"/>
          </a:xfrm>
        </p:spPr>
        <p:txBody>
          <a:bodyPr>
            <a:normAutofit/>
          </a:bodyPr>
          <a:lstStyle/>
          <a:p>
            <a:r>
              <a:rPr lang="es-ES" sz="2800" dirty="0"/>
              <a:t>En la primera función desarrollamos el menú del programa y en la segunda aplicamos el método de cifrado por medio de un FOR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F0F3C0E-5105-3593-9400-82E069772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1768" y="1027906"/>
            <a:ext cx="5722477" cy="5321160"/>
          </a:xfrm>
        </p:spPr>
      </p:pic>
    </p:spTree>
    <p:extLst>
      <p:ext uri="{BB962C8B-B14F-4D97-AF65-F5344CB8AC3E}">
        <p14:creationId xmlns:p14="http://schemas.microsoft.com/office/powerpoint/2010/main" val="249756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791A0-1A59-E789-B7A7-41A641DF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215" y="788876"/>
            <a:ext cx="5857568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En esta tercera función desarrollamos el historial por medio de un IF y un FOR 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D553C33-CB6E-6A42-26D0-B6CD61059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471" y="2403987"/>
            <a:ext cx="8099057" cy="3665137"/>
          </a:xfrm>
        </p:spPr>
      </p:pic>
    </p:spTree>
    <p:extLst>
      <p:ext uri="{BB962C8B-B14F-4D97-AF65-F5344CB8AC3E}">
        <p14:creationId xmlns:p14="http://schemas.microsoft.com/office/powerpoint/2010/main" val="368093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E49E508-2D61-8B06-75D4-42507B742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3953" y="365125"/>
            <a:ext cx="4401931" cy="603305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9F8075-CF3B-B893-0883-E4913178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59710" cy="5799701"/>
          </a:xfrm>
        </p:spPr>
        <p:txBody>
          <a:bodyPr>
            <a:normAutofit/>
          </a:bodyPr>
          <a:lstStyle/>
          <a:p>
            <a:r>
              <a:rPr lang="es-ES" sz="2800" dirty="0"/>
              <a:t>Esta es nuestra función principal la trabajamos con WHILE y con IF, por medio de esta función podremos controlar la elección del usuario con los </a:t>
            </a:r>
            <a:r>
              <a:rPr lang="es-ES" sz="2800" dirty="0" err="1"/>
              <a:t>item</a:t>
            </a:r>
            <a:r>
              <a:rPr lang="es-ES" sz="2800" dirty="0"/>
              <a:t> del </a:t>
            </a:r>
            <a:r>
              <a:rPr lang="es-ES" sz="2800" dirty="0" err="1"/>
              <a:t>menu</a:t>
            </a:r>
            <a:endParaRPr lang="es-DO" sz="2800" dirty="0"/>
          </a:p>
        </p:txBody>
      </p:sp>
    </p:spTree>
    <p:extLst>
      <p:ext uri="{BB962C8B-B14F-4D97-AF65-F5344CB8AC3E}">
        <p14:creationId xmlns:p14="http://schemas.microsoft.com/office/powerpoint/2010/main" val="199874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4844" y="352998"/>
            <a:ext cx="5696565" cy="1325563"/>
          </a:xfrm>
        </p:spPr>
        <p:txBody>
          <a:bodyPr>
            <a:noAutofit/>
          </a:bodyPr>
          <a:lstStyle/>
          <a:p>
            <a:r>
              <a:rPr lang="es-ES" sz="2800" dirty="0"/>
              <a:t>Ejemplos de la ejecución del programa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9A4EE3B-A8DC-880D-81DD-68A9B6A85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749" y="1601981"/>
            <a:ext cx="2583839" cy="485605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862ED00-F4C5-BDE4-5154-B52CD5018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719" y="1649929"/>
            <a:ext cx="2866559" cy="48550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D4B1202-2088-DF46-4BEE-169395BA1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409" y="1555019"/>
            <a:ext cx="2866558" cy="494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5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FE633-E74E-66BB-EEC0-6D2F39DF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8200" y="648756"/>
            <a:ext cx="3055374" cy="5560486"/>
          </a:xfrm>
        </p:spPr>
        <p:txBody>
          <a:bodyPr>
            <a:normAutofit/>
          </a:bodyPr>
          <a:lstStyle/>
          <a:p>
            <a:r>
              <a:rPr lang="es-ES" sz="2800" dirty="0"/>
              <a:t>Esta es una versión mejorada del programa principal en el cual se le agrega la opción de Limpiar el Historial y también de contabilizar la cantidad de textos que se han cifrado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5715DE-E429-9C47-B61A-4D2D48B5C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7153" y="648756"/>
            <a:ext cx="7349753" cy="5560487"/>
          </a:xfrm>
        </p:spPr>
      </p:pic>
    </p:spTree>
    <p:extLst>
      <p:ext uri="{BB962C8B-B14F-4D97-AF65-F5344CB8AC3E}">
        <p14:creationId xmlns:p14="http://schemas.microsoft.com/office/powerpoint/2010/main" val="347077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08901-02F9-E4F7-8205-F16EAD055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6715"/>
            <a:ext cx="3213716" cy="5724569"/>
          </a:xfrm>
        </p:spPr>
        <p:txBody>
          <a:bodyPr>
            <a:normAutofit/>
          </a:bodyPr>
          <a:lstStyle/>
          <a:p>
            <a:r>
              <a:rPr lang="es-ES" sz="2800" dirty="0"/>
              <a:t>En la función de mostrar el historial se ha agregado el contador y también se agrego la función de guardar el historial al momento de salir del programa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2FAC01B-6010-6DFE-E27F-218F23CF8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1915" y="566715"/>
            <a:ext cx="7301885" cy="5724569"/>
          </a:xfrm>
        </p:spPr>
      </p:pic>
    </p:spTree>
    <p:extLst>
      <p:ext uri="{BB962C8B-B14F-4D97-AF65-F5344CB8AC3E}">
        <p14:creationId xmlns:p14="http://schemas.microsoft.com/office/powerpoint/2010/main" val="3787663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C6051-987C-FF18-F45E-345F789D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955"/>
            <a:ext cx="4073013" cy="6139919"/>
          </a:xfrm>
        </p:spPr>
        <p:txBody>
          <a:bodyPr>
            <a:normAutofit/>
          </a:bodyPr>
          <a:lstStyle/>
          <a:p>
            <a:r>
              <a:rPr lang="es-ES" sz="2800" dirty="0"/>
              <a:t>En la función del programa se agrego un apartado para borrar el historial y a la vez reiniciar el contador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B3C3B2A-25F7-53F0-66D7-E0D4F3A83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5274" y="352955"/>
            <a:ext cx="6068526" cy="6139920"/>
          </a:xfrm>
        </p:spPr>
      </p:pic>
    </p:spTree>
    <p:extLst>
      <p:ext uri="{BB962C8B-B14F-4D97-AF65-F5344CB8AC3E}">
        <p14:creationId xmlns:p14="http://schemas.microsoft.com/office/powerpoint/2010/main" val="3786901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36AF3-0E23-398D-107D-555434B4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820" y="590781"/>
            <a:ext cx="3961908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Ejemplos de la ejecución</a:t>
            </a:r>
            <a:endParaRPr lang="es-DO" sz="28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04D1849-14BF-01E4-C702-8831E6453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8820" y="1881168"/>
            <a:ext cx="2588833" cy="4594119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95DB7A6-B946-EC9A-BF67-286277EFE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35" y="1898756"/>
            <a:ext cx="2169026" cy="457653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9FBA216-99C4-A66D-B811-264CD288E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363" y="1916343"/>
            <a:ext cx="3208145" cy="455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606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233</Words>
  <Application>Microsoft Office PowerPoint</Application>
  <PresentationFormat>Panorámica</PresentationFormat>
  <Paragraphs>16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Tema de Office</vt:lpstr>
      <vt:lpstr>Presentación de PowerPoint</vt:lpstr>
      <vt:lpstr>En la primera función desarrollamos el menú del programa y en la segunda aplicamos el método de cifrado por medio de un FOR</vt:lpstr>
      <vt:lpstr>En esta tercera función desarrollamos el historial por medio de un IF y un FOR </vt:lpstr>
      <vt:lpstr>Esta es nuestra función principal la trabajamos con WHILE y con IF, por medio de esta función podremos controlar la elección del usuario con los item del menu</vt:lpstr>
      <vt:lpstr>Ejemplos de la ejecución del programa</vt:lpstr>
      <vt:lpstr>Esta es una versión mejorada del programa principal en el cual se le agrega la opción de Limpiar el Historial y también de contabilizar la cantidad de textos que se han cifrado</vt:lpstr>
      <vt:lpstr>En la función de mostrar el historial se ha agregado el contador y también se agrego la función de guardar el historial al momento de salir del programa</vt:lpstr>
      <vt:lpstr>En la función del programa se agrego un apartado para borrar el historial y a la vez reiniciar el contador</vt:lpstr>
      <vt:lpstr>Ejemplos de la ejecución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Luis Reyes</dc:creator>
  <cp:lastModifiedBy>Luis Reyes Volquez</cp:lastModifiedBy>
  <cp:revision>19</cp:revision>
  <dcterms:created xsi:type="dcterms:W3CDTF">2026-03-31T00:35:05Z</dcterms:created>
  <dcterms:modified xsi:type="dcterms:W3CDTF">2026-06-08T13:37:42Z</dcterms:modified>
</cp:coreProperties>
</file>