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1" r:id="rId5"/>
    <p:sldId id="262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6" r:id="rId14"/>
    <p:sldId id="277" r:id="rId15"/>
    <p:sldId id="278" r:id="rId16"/>
    <p:sldId id="280" r:id="rId17"/>
    <p:sldId id="281" r:id="rId18"/>
    <p:sldId id="284" r:id="rId19"/>
    <p:sldId id="256" r:id="rId20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061" autoAdjust="0"/>
  </p:normalViewPr>
  <p:slideViewPr>
    <p:cSldViewPr snapToGrid="0">
      <p:cViewPr>
        <p:scale>
          <a:sx n="66" d="100"/>
          <a:sy n="66" d="100"/>
        </p:scale>
        <p:origin x="8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B0113-1FD1-4E20-A421-84808E5AB56E}" type="slidenum">
              <a:rPr lang="es-DO" smtClean="0"/>
              <a:t>11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02368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B0113-1FD1-4E20-A421-84808E5AB56E}" type="slidenum">
              <a:rPr lang="es-DO" smtClean="0"/>
              <a:t>16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2489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Linux-Ser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81201" y="2420557"/>
            <a:ext cx="12004964" cy="411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Instalación y Administración de Linux Server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Instalación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de Ubuntu Server (Linux)</a:t>
            </a:r>
            <a:endParaRPr lang="es-DO" b="1" dirty="0">
              <a:latin typeface="Verdana"/>
              <a:ea typeface="Verdana"/>
              <a:cs typeface="Verdana"/>
              <a:sym typeface="Verdana"/>
            </a:endParaRP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Este es un paso a paso de como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instalar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el SO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Ubuntu Server.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https://github.com/elchecho3000-blip/Ciberseguridad-bootcamp/tree/main/Linux-Server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295400" y="2204258"/>
            <a:ext cx="3844636" cy="3088177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En primer lugar, 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creamos la maquina virtual con 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estas especificaciones 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para poder instalar el SO y pulsamos en “Iniciar”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080B97FE-971B-DF69-A9F9-7E76EED54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031" y="638695"/>
            <a:ext cx="5521530" cy="549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3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49929" y="783043"/>
            <a:ext cx="6731924" cy="1325563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 pulsamos en “Try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Install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Ubuntu Server” para empezar con la instalación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2EB8336F-555A-C327-26E0-23DEAECB4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23" y="2429741"/>
            <a:ext cx="5156968" cy="339274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26EBD478-5F8C-7821-E970-E8A43565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50" y="2429741"/>
            <a:ext cx="5156968" cy="339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9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310" y="495589"/>
            <a:ext cx="4595379" cy="1330036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Luego, elegimos el idioma y presionamos la tecla “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Enter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F2006604-8AD2-E59E-05B6-C4217C582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704" y="1825625"/>
            <a:ext cx="6960592" cy="4351338"/>
          </a:xfrm>
        </p:spPr>
      </p:pic>
    </p:spTree>
    <p:extLst>
      <p:ext uri="{BB962C8B-B14F-4D97-AF65-F5344CB8AC3E}">
        <p14:creationId xmlns:p14="http://schemas.microsoft.com/office/powerpoint/2010/main" val="160732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006" y="790056"/>
            <a:ext cx="5439988" cy="90949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Aquí elegimos la distribució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n del teclado y presionamos en “Done”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xmlns="" id="{484EBE27-86A0-D731-67C1-84936009C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53" y="1825625"/>
            <a:ext cx="5769694" cy="4351338"/>
          </a:xfrm>
        </p:spPr>
      </p:pic>
    </p:spTree>
    <p:extLst>
      <p:ext uri="{BB962C8B-B14F-4D97-AF65-F5344CB8AC3E}">
        <p14:creationId xmlns:p14="http://schemas.microsoft.com/office/powerpoint/2010/main" val="64092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A3985FC0-2AAC-80CE-8C4C-08CA7161B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9443" y="1080799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219" y="2100263"/>
            <a:ext cx="4045527" cy="2312410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Marcamos la versión que deseemos instalar y presionamos “Done”, en este caso seleccionamos Ubuntu Server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38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998ED10B-2B73-2C84-6105-29448E15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5776" y="1511301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299" y="614363"/>
            <a:ext cx="8142647" cy="896938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Luego, elegimos el adaptador de red que usaremos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57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3FEF6EE0-5E18-6466-4FBA-BA88FAEEE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53" y="1825625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800" y="593725"/>
            <a:ext cx="4216400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También configuramos el proxy (de ser necesario)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01CB7A0C-1D59-CE1A-E757-2A8D22AFB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53" y="1825625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1845" y="500062"/>
            <a:ext cx="4828309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Luego, esto se auto configura y seguimos con la instalación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63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5AD7F2B1-23D8-4EBD-5800-30F1C5825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444" y="2476788"/>
            <a:ext cx="4148875" cy="3128963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1151225"/>
            <a:ext cx="6823364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Revisamos la configuración del disco de almacenamiento y presionamos en “Done”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xmlns="" id="{4FD47F8C-2657-6542-5E85-3B5CF9A9D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827" y="2481349"/>
            <a:ext cx="4148893" cy="312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9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D94F2E1E-700B-0B57-E302-296C30250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21920" y="2327334"/>
            <a:ext cx="6422577" cy="3145212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709" y="863889"/>
            <a:ext cx="9525000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Nos preguntará si estamos de acuerdo en formatear el disco para proceder con la instalación, presionamos “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Continue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164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F2B8F4B9-7EEB-5B66-F87A-0445412ED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53" y="1825625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431" y="500062"/>
            <a:ext cx="7845137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Luego, configuramos lo relacionado con la cuenta de usuario y al culminar presionamos “Done”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03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FFFABB9F-606C-FE9C-4608-8A6B54B75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53" y="1825625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954" y="500062"/>
            <a:ext cx="8278091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 nos preguntará si deseamos obtener la versión PRO del SO y luego presionamos “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Continue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61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92B6FA73-4323-3F26-A5B9-731CD2D81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53" y="1825625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227" y="500062"/>
            <a:ext cx="7377545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 esta pantalla tenemos la opción de configurar el SSH y luego presionamos “Done”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587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2914464B-CD0B-3C30-D168-53987D30B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135" y="2230582"/>
            <a:ext cx="4975551" cy="375241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707881"/>
            <a:ext cx="11111344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Después de todo esto empezará a cargar los archivos de instalación y al terminar nos pedirá reiniciar, entonces presionamos “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Reboot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Now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xmlns="" id="{EB8AD906-2F25-7DF4-7854-1F983028D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91" y="2231916"/>
            <a:ext cx="4973782" cy="375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33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E97EFF2D-8312-6461-A756-D999A81E2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37824" y="1123012"/>
            <a:ext cx="5611259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534680"/>
            <a:ext cx="3678383" cy="3528002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Como instalamos montando un archivo de imagen directamente nos dará un error al reiniciar, entonces procedemos a desmontar la imagen de disco 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12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08262D2C-69BF-D2C5-E98C-B8F5D0935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617" y="2460663"/>
            <a:ext cx="4523147" cy="341122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4" y="960871"/>
            <a:ext cx="11201401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Se reiniciará la máquina para la terminación de la instalación y al final nos pedirá que nos loguemos</a:t>
            </a:r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con las credenciales antes configuradas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xmlns="" id="{FEF3BBBC-DEE8-8D5A-CE9F-C78F6BAB8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73" y="2460663"/>
            <a:ext cx="4522785" cy="3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91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98CD7B78-76A6-85E0-D2B4-6DF8DBC98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7125" y="1288595"/>
            <a:ext cx="5769694" cy="43513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78F5CDF-89F0-504D-A7D5-9A1FC525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1356915"/>
            <a:ext cx="3251200" cy="4214699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Y listo, luego de colocar las credenciales estaremos dentro de la sección y lo confirmamos viendo nuestro nombre de usuario y servidor al final de todo el texto y listo para empezar a digitar códigos 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569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98171" y="1556657"/>
            <a:ext cx="8781143" cy="3817620"/>
          </a:xfrm>
        </p:spPr>
        <p:txBody>
          <a:bodyPr>
            <a:normAutofit/>
          </a:bodyPr>
          <a:lstStyle/>
          <a:p>
            <a:r>
              <a:rPr lang="es-ES" sz="32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aprendido: </a:t>
            </a:r>
          </a:p>
          <a:p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En esta práctica aprendí a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instalar el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SO Ubuntu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Server por medio de una máquina virtual y también configuraciones básicas comunes en SO de Linux.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69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381</Words>
  <Application>Microsoft Office PowerPoint</Application>
  <PresentationFormat>Panorámica</PresentationFormat>
  <Paragraphs>30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Verdana</vt:lpstr>
      <vt:lpstr>Tema de Office</vt:lpstr>
      <vt:lpstr>Presentación de PowerPoint</vt:lpstr>
      <vt:lpstr>En primer lugar, creamos la maquina virtual con estas especificaciones para poder instalar el SO y pulsamos en “Iniciar”</vt:lpstr>
      <vt:lpstr>Luego pulsamos en “Try or Install Ubuntu Server” para empezar con la instalación</vt:lpstr>
      <vt:lpstr>Luego, elegimos el idioma y presionamos la tecla “Enter”</vt:lpstr>
      <vt:lpstr>Aquí elegimos la distribución del teclado y presionamos en “Done”</vt:lpstr>
      <vt:lpstr>Marcamos la versión que deseemos instalar y presionamos “Done”, en este caso seleccionamos Ubuntu Server</vt:lpstr>
      <vt:lpstr>Luego, elegimos el adaptador de red que usaremos</vt:lpstr>
      <vt:lpstr>También configuramos el proxy (de ser necesario)</vt:lpstr>
      <vt:lpstr>Luego, esto se auto configura y seguimos con la instalación</vt:lpstr>
      <vt:lpstr>Revisamos la configuración del disco de almacenamiento y presionamos en “Done”</vt:lpstr>
      <vt:lpstr>Nos preguntará si estamos de acuerdo en formatear el disco para proceder con la instalación, presionamos “Continue”</vt:lpstr>
      <vt:lpstr>Luego, configuramos lo relacionado con la cuenta de usuario y al culminar presionamos “Done”</vt:lpstr>
      <vt:lpstr>Luego nos preguntará si deseamos obtener la versión PRO del SO y luego presionamos “Continue”</vt:lpstr>
      <vt:lpstr>En esta pantalla tenemos la opción de configurar el SSH y luego presionamos “Done”</vt:lpstr>
      <vt:lpstr>Después de todo esto empezará a cargar los archivos de instalación y al terminar nos pedirá reiniciar, entonces presionamos “Reboot Now”</vt:lpstr>
      <vt:lpstr>Como instalamos montando un archivo de imagen directamente nos dará un error al reiniciar, entonces procedemos a desmontar la imagen de disco </vt:lpstr>
      <vt:lpstr>Se reiniciará la máquina para la terminación de la instalación y al final nos pedirá que nos loguemos con las credenciales antes configuradas</vt:lpstr>
      <vt:lpstr>Y listo, luego de colocar las credenciales estaremos dentro de la sección y lo confirmamos viendo nuestro nombre de usuario y servidor al final de todo el texto y listo para empezar a digitar códigos 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Cuenta Microsoft</cp:lastModifiedBy>
  <cp:revision>29</cp:revision>
  <dcterms:created xsi:type="dcterms:W3CDTF">2026-04-23T16:05:39Z</dcterms:created>
  <dcterms:modified xsi:type="dcterms:W3CDTF">2026-04-30T13:26:21Z</dcterms:modified>
</cp:coreProperties>
</file>