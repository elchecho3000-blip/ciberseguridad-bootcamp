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62" r:id="rId3"/>
    <p:sldId id="264" r:id="rId4"/>
    <p:sldId id="265" r:id="rId5"/>
    <p:sldId id="268" r:id="rId6"/>
    <p:sldId id="270" r:id="rId7"/>
    <p:sldId id="269" r:id="rId8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8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8860E-61B4-4EEF-ABAB-C0D4C68502A2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C016F-4F10-40CA-8A61-A1787B77C805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24238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071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512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9313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8472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5370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61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83950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9829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707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65240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9022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581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8672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lchecho3000-blip/Ciberseguridad-bootcamp/tree/main/Vulnerabilidades%20en%20paginas%20Web/Business-Logic-Erro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489200"/>
            <a:ext cx="1152510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Fundamentos de ciberseguridad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Centro: </a:t>
            </a:r>
            <a:r>
              <a:rPr lang="es-ES" dirty="0" err="1">
                <a:latin typeface="Verdana"/>
                <a:ea typeface="Verdana"/>
                <a:cs typeface="Verdana"/>
                <a:sym typeface="Verdana"/>
              </a:rPr>
              <a:t>Cyberclass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Practica: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Reto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#5 – </a:t>
            </a:r>
            <a:r>
              <a:rPr lang="es-DO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Business </a:t>
            </a:r>
            <a:r>
              <a:rPr lang="es-DO" b="0" i="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Logic</a:t>
            </a:r>
            <a:r>
              <a:rPr lang="es-DO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Error</a:t>
            </a: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En esta practica encontraré una vulnerabilidad en un error de código para así obtener el acceso de una pagina web</a:t>
            </a: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652" y="475372"/>
            <a:ext cx="2342695" cy="17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7521" y="670276"/>
            <a:ext cx="9535886" cy="536428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 primer lugar accedemos a la pagina web a vulnerar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3B5439F-CB48-DF0C-AC61-B497AB741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3" y="1310243"/>
            <a:ext cx="9955014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9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41444" y="252485"/>
            <a:ext cx="10909110" cy="1057701"/>
          </a:xfrm>
        </p:spPr>
        <p:txBody>
          <a:bodyPr>
            <a:normAutofit fontScale="90000"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Inspeccionamos dicha página; al analizar el código nos damos cuenta que hay un error en la lógica de programación y que también podemos utilizar la función “comprar” para vulnerar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BBD86F3-1945-954F-E707-E658D557F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826" y="1464180"/>
            <a:ext cx="5934347" cy="526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04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565404" y="791571"/>
            <a:ext cx="9061191" cy="1193646"/>
          </a:xfrm>
        </p:spPr>
        <p:txBody>
          <a:bodyPr>
            <a:normAutofit fontScale="90000"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Entonces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clickeamos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en el menú “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Console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”, escribimos la función “Comprar()” y dentro del paréntesis la cantidad a comprar (aprovechando el error de lógica)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D0A00B0-B688-C4A5-0324-38158F925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520" y="2110499"/>
            <a:ext cx="9446243" cy="31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2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935553" y="448049"/>
            <a:ext cx="8320893" cy="1312512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Y listo, la página nos muestra que obtuvimos acceso con el mensaje “Tu saldo ha cambiado”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FAE2760-CB5B-096C-B5C1-313562503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14" y="1903747"/>
            <a:ext cx="10012172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30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32509" y="2217511"/>
            <a:ext cx="8239790" cy="2942318"/>
          </a:xfrm>
        </p:spPr>
        <p:txBody>
          <a:bodyPr>
            <a:normAutofit/>
          </a:bodyPr>
          <a:lstStyle/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F12 para acceder a las herramientas del navegador.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herramientas del navegador web.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Utilizar la herramienta </a:t>
            </a:r>
            <a:r>
              <a:rPr lang="es-ES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Console</a:t>
            </a: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en la web.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Aprovechar las vulnerabilidades del código de programación y la lógica de 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programacion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Leer código HTML y 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Tener mas conciencia a la hora de programar un sitio web.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DO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418113" y="1227275"/>
            <a:ext cx="5355771" cy="73215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Lo aprendido en esta práctica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376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72263" y="1874248"/>
            <a:ext cx="7847462" cy="914399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Programar un código con buena lógica de programación.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351851" y="1022168"/>
            <a:ext cx="7488286" cy="640714"/>
          </a:xfrm>
        </p:spPr>
        <p:txBody>
          <a:bodyPr>
            <a:normAutofit fontScale="90000"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Medidas que podemos utilizar para evitar esto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679763" y="3854178"/>
            <a:ext cx="2832463" cy="653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200" b="1" dirty="0">
                <a:latin typeface="Verdana" panose="020B0604030504040204" pitchFamily="34" charset="0"/>
                <a:ea typeface="Verdana" panose="020B0604030504040204" pitchFamily="34" charset="0"/>
              </a:rPr>
              <a:t>Link de </a:t>
            </a:r>
            <a:r>
              <a:rPr lang="es-ES" sz="2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endParaRPr lang="es-DO" sz="2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616524" y="4708343"/>
            <a:ext cx="8958943" cy="9143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https://github.com/elchecho3000-blip/Ciberseguridad-bootcamp/tree/main/Vulnerabilidades%20en%20paginas%20Web/Business-Logic-Error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069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245</Words>
  <Application>Microsoft Office PowerPoint</Application>
  <PresentationFormat>Panorámica</PresentationFormat>
  <Paragraphs>22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Verdana</vt:lpstr>
      <vt:lpstr>Tema de Office</vt:lpstr>
      <vt:lpstr>Presentación de PowerPoint</vt:lpstr>
      <vt:lpstr>En primer lugar accedemos a la pagina web a vulnerar </vt:lpstr>
      <vt:lpstr>Inspeccionamos dicha página; al analizar el código nos damos cuenta que hay un error en la lógica de programación y que también podemos utilizar la función “comprar” para vulnerar </vt:lpstr>
      <vt:lpstr>Entonces clickeamos en el menú “Console”, escribimos la función “Comprar()” y dentro del paréntesis la cantidad a comprar (aprovechando el error de lógica)</vt:lpstr>
      <vt:lpstr>Y listo, la página nos muestra que obtuvimos acceso con el mensaje “Tu saldo ha cambiado”</vt:lpstr>
      <vt:lpstr>Lo aprendido en esta práctica</vt:lpstr>
      <vt:lpstr>Medidas que podemos utilizar para evitar esto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Participante</cp:lastModifiedBy>
  <cp:revision>36</cp:revision>
  <dcterms:created xsi:type="dcterms:W3CDTF">2026-03-26T15:43:05Z</dcterms:created>
  <dcterms:modified xsi:type="dcterms:W3CDTF">2026-04-07T17:04:46Z</dcterms:modified>
</cp:coreProperties>
</file>