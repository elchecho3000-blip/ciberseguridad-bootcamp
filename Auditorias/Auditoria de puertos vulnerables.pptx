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3/2/2026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05840" y="3543980"/>
            <a:ext cx="10236926" cy="100189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Auditoria de </a:t>
            </a:r>
            <a:r>
              <a:rPr lang="es-ES" dirty="0"/>
              <a:t>p</a:t>
            </a:r>
            <a:r>
              <a:rPr lang="es-ES" dirty="0" smtClean="0"/>
              <a:t>uertos vulnerables</a:t>
            </a:r>
            <a:br>
              <a:rPr lang="es-ES" dirty="0" smtClean="0"/>
            </a:b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52303" y="3840797"/>
            <a:ext cx="9144000" cy="408259"/>
          </a:xfrm>
        </p:spPr>
        <p:txBody>
          <a:bodyPr>
            <a:normAutofit lnSpcReduction="10000"/>
          </a:bodyPr>
          <a:lstStyle/>
          <a:p>
            <a:r>
              <a:rPr lang="es-ES" b="1" dirty="0" smtClean="0"/>
              <a:t>Luis </a:t>
            </a:r>
            <a:r>
              <a:rPr lang="es-ES" b="1" dirty="0"/>
              <a:t>Reyes </a:t>
            </a:r>
            <a:r>
              <a:rPr lang="es-ES" b="1" dirty="0" err="1"/>
              <a:t>Volquez</a:t>
            </a:r>
            <a:endParaRPr lang="es-ES" b="1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01499" y="2105705"/>
            <a:ext cx="4018695" cy="4351338"/>
          </a:xfrm>
        </p:spPr>
        <p:txBody>
          <a:bodyPr/>
          <a:lstStyle/>
          <a:p>
            <a:r>
              <a:rPr lang="es-DO" dirty="0"/>
              <a:t>En primer lugar </a:t>
            </a:r>
            <a:r>
              <a:rPr lang="es-DO" dirty="0" smtClean="0"/>
              <a:t>buscamos </a:t>
            </a:r>
            <a:r>
              <a:rPr lang="es-DO" dirty="0"/>
              <a:t>la </a:t>
            </a:r>
            <a:r>
              <a:rPr lang="es-DO" dirty="0" err="1"/>
              <a:t>ip</a:t>
            </a:r>
            <a:r>
              <a:rPr lang="es-DO" dirty="0"/>
              <a:t> del auditor, la mascara de red y la </a:t>
            </a:r>
            <a:r>
              <a:rPr lang="es-DO" dirty="0" err="1"/>
              <a:t>ip</a:t>
            </a:r>
            <a:r>
              <a:rPr lang="es-DO" dirty="0"/>
              <a:t> de </a:t>
            </a:r>
            <a:r>
              <a:rPr lang="es-DO" dirty="0" smtClean="0"/>
              <a:t>difusión para </a:t>
            </a:r>
            <a:r>
              <a:rPr lang="es-DO" dirty="0" err="1" smtClean="0"/>
              <a:t>asi</a:t>
            </a:r>
            <a:r>
              <a:rPr lang="es-DO" dirty="0" smtClean="0"/>
              <a:t> determinar la </a:t>
            </a:r>
            <a:r>
              <a:rPr lang="es-DO" dirty="0" err="1" smtClean="0"/>
              <a:t>ip</a:t>
            </a:r>
            <a:r>
              <a:rPr lang="es-DO" dirty="0" smtClean="0"/>
              <a:t> de id de la red y su prefijo.</a:t>
            </a:r>
            <a:endParaRPr lang="es-DO" dirty="0"/>
          </a:p>
        </p:txBody>
      </p:sp>
      <p:pic>
        <p:nvPicPr>
          <p:cNvPr id="19" name="Imagen 18"/>
          <p:cNvPicPr/>
          <p:nvPr/>
        </p:nvPicPr>
        <p:blipFill>
          <a:blip r:embed="rId2"/>
          <a:stretch>
            <a:fillRect/>
          </a:stretch>
        </p:blipFill>
        <p:spPr>
          <a:xfrm>
            <a:off x="5417456" y="2105705"/>
            <a:ext cx="5947229" cy="3850958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6518366" y="2743200"/>
            <a:ext cx="927463" cy="117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1" name="Rectángulo redondeado 20"/>
          <p:cNvSpPr/>
          <p:nvPr/>
        </p:nvSpPr>
        <p:spPr>
          <a:xfrm>
            <a:off x="8251371" y="2743200"/>
            <a:ext cx="927463" cy="117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2" name="Rectángulo redondeado 21"/>
          <p:cNvSpPr/>
          <p:nvPr/>
        </p:nvSpPr>
        <p:spPr>
          <a:xfrm>
            <a:off x="9984376" y="2743200"/>
            <a:ext cx="1001487" cy="117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1536" y="900703"/>
            <a:ext cx="10416542" cy="941161"/>
          </a:xfrm>
        </p:spPr>
        <p:txBody>
          <a:bodyPr>
            <a:normAutofit lnSpcReduction="10000"/>
          </a:bodyPr>
          <a:lstStyle/>
          <a:p>
            <a:r>
              <a:rPr lang="es-DO" sz="3200" dirty="0" smtClean="0"/>
              <a:t>Continuamos haciendo un escaneo de todos los dispositivos activos en la red.</a:t>
            </a:r>
            <a:endParaRPr lang="es-DO" sz="3200" dirty="0"/>
          </a:p>
        </p:txBody>
      </p:sp>
      <p:pic>
        <p:nvPicPr>
          <p:cNvPr id="29" name="Imagen 28"/>
          <p:cNvPicPr/>
          <p:nvPr/>
        </p:nvPicPr>
        <p:blipFill>
          <a:blip r:embed="rId2"/>
          <a:stretch>
            <a:fillRect/>
          </a:stretch>
        </p:blipFill>
        <p:spPr>
          <a:xfrm>
            <a:off x="675640" y="2583226"/>
            <a:ext cx="5400040" cy="2131695"/>
          </a:xfrm>
          <a:prstGeom prst="rect">
            <a:avLst/>
          </a:prstGeom>
        </p:spPr>
      </p:pic>
      <p:pic>
        <p:nvPicPr>
          <p:cNvPr id="30" name="Imagen 29"/>
          <p:cNvPicPr/>
          <p:nvPr/>
        </p:nvPicPr>
        <p:blipFill>
          <a:blip r:embed="rId3"/>
          <a:stretch>
            <a:fillRect/>
          </a:stretch>
        </p:blipFill>
        <p:spPr>
          <a:xfrm>
            <a:off x="6269807" y="2583226"/>
            <a:ext cx="5400040" cy="2065655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4898571" y="3174274"/>
            <a:ext cx="849086" cy="65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Rectángulo redondeado 7"/>
          <p:cNvSpPr/>
          <p:nvPr/>
        </p:nvSpPr>
        <p:spPr>
          <a:xfrm>
            <a:off x="822960" y="3827417"/>
            <a:ext cx="836023" cy="2090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9" name="Rectángulo redondeado 8"/>
          <p:cNvSpPr/>
          <p:nvPr/>
        </p:nvSpPr>
        <p:spPr>
          <a:xfrm>
            <a:off x="7733211" y="2873829"/>
            <a:ext cx="1031966" cy="91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0" name="Rectángulo redondeado 9"/>
          <p:cNvSpPr/>
          <p:nvPr/>
        </p:nvSpPr>
        <p:spPr>
          <a:xfrm>
            <a:off x="7968343" y="3174274"/>
            <a:ext cx="796834" cy="65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1" name="Rectángulo redondeado 30"/>
          <p:cNvSpPr/>
          <p:nvPr/>
        </p:nvSpPr>
        <p:spPr>
          <a:xfrm>
            <a:off x="7968343" y="3552506"/>
            <a:ext cx="949234" cy="1753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2" name="Rectángulo redondeado 31"/>
          <p:cNvSpPr/>
          <p:nvPr/>
        </p:nvSpPr>
        <p:spPr>
          <a:xfrm>
            <a:off x="7968343" y="4068036"/>
            <a:ext cx="949234" cy="65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5505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16828" y="674654"/>
            <a:ext cx="9407331" cy="1420846"/>
          </a:xfrm>
        </p:spPr>
        <p:txBody>
          <a:bodyPr/>
          <a:lstStyle/>
          <a:p>
            <a:r>
              <a:rPr lang="es-DO" dirty="0" smtClean="0"/>
              <a:t>Finalizamos consiguiendo todos los puertos abiertos de cada </a:t>
            </a:r>
            <a:r>
              <a:rPr lang="es-DO" dirty="0" err="1" smtClean="0"/>
              <a:t>ip</a:t>
            </a:r>
            <a:r>
              <a:rPr lang="es-DO" dirty="0" smtClean="0"/>
              <a:t> y también el servicio que se ejecuta por dicho puerto.</a:t>
            </a:r>
            <a:endParaRPr lang="es-DO" dirty="0"/>
          </a:p>
        </p:txBody>
      </p:sp>
      <p:pic>
        <p:nvPicPr>
          <p:cNvPr id="19" name="Imagen 18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828" y="1708785"/>
            <a:ext cx="4765040" cy="3291840"/>
          </a:xfrm>
          <a:prstGeom prst="rect">
            <a:avLst/>
          </a:prstGeom>
        </p:spPr>
      </p:pic>
      <p:pic>
        <p:nvPicPr>
          <p:cNvPr id="21" name="Imagen 20"/>
          <p:cNvPicPr/>
          <p:nvPr/>
        </p:nvPicPr>
        <p:blipFill>
          <a:blip r:embed="rId3"/>
          <a:stretch>
            <a:fillRect/>
          </a:stretch>
        </p:blipFill>
        <p:spPr>
          <a:xfrm>
            <a:off x="6080760" y="1708785"/>
            <a:ext cx="5504180" cy="3291840"/>
          </a:xfrm>
          <a:prstGeom prst="rect">
            <a:avLst/>
          </a:prstGeom>
        </p:spPr>
      </p:pic>
      <p:pic>
        <p:nvPicPr>
          <p:cNvPr id="22" name="Imagen 21"/>
          <p:cNvPicPr/>
          <p:nvPr/>
        </p:nvPicPr>
        <p:blipFill>
          <a:blip r:embed="rId4"/>
          <a:stretch>
            <a:fillRect/>
          </a:stretch>
        </p:blipFill>
        <p:spPr>
          <a:xfrm>
            <a:off x="3380740" y="5515643"/>
            <a:ext cx="5400040" cy="1038225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2860766" y="1933303"/>
            <a:ext cx="770708" cy="65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0" name="Rectángulo redondeado 9"/>
          <p:cNvSpPr/>
          <p:nvPr/>
        </p:nvSpPr>
        <p:spPr>
          <a:xfrm>
            <a:off x="3004457" y="3696789"/>
            <a:ext cx="849086" cy="1303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Rectángulo redondeado 16"/>
          <p:cNvSpPr/>
          <p:nvPr/>
        </p:nvSpPr>
        <p:spPr>
          <a:xfrm>
            <a:off x="8516983" y="1708785"/>
            <a:ext cx="901337" cy="2245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3" name="Rectángulo redondeado 22"/>
          <p:cNvSpPr/>
          <p:nvPr/>
        </p:nvSpPr>
        <p:spPr>
          <a:xfrm>
            <a:off x="7667897" y="2095500"/>
            <a:ext cx="77070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5" name="Rectángulo redondeado 24"/>
          <p:cNvSpPr/>
          <p:nvPr/>
        </p:nvSpPr>
        <p:spPr>
          <a:xfrm>
            <a:off x="7654834" y="3175349"/>
            <a:ext cx="862149" cy="129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6" name="Rectángulo redondeado 25"/>
          <p:cNvSpPr/>
          <p:nvPr/>
        </p:nvSpPr>
        <p:spPr>
          <a:xfrm>
            <a:off x="4167051" y="5747657"/>
            <a:ext cx="901338" cy="1045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88818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68</Words>
  <Application>Microsoft Office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    Auditoria de puertos vulnerables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28</cp:revision>
  <dcterms:created xsi:type="dcterms:W3CDTF">2026-01-19T16:27:51Z</dcterms:created>
  <dcterms:modified xsi:type="dcterms:W3CDTF">2026-02-03T14:14:15Z</dcterms:modified>
</cp:coreProperties>
</file>