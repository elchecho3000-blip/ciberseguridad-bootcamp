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1" r:id="rId2"/>
    <p:sldId id="256" r:id="rId3"/>
    <p:sldId id="258" r:id="rId4"/>
    <p:sldId id="259" r:id="rId5"/>
    <p:sldId id="262" r:id="rId6"/>
    <p:sldId id="263" r:id="rId7"/>
    <p:sldId id="264" r:id="rId8"/>
    <p:sldId id="265" r:id="rId9"/>
    <p:sldId id="267" r:id="rId10"/>
    <p:sldId id="266" r:id="rId11"/>
    <p:sldId id="260" r:id="rId12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8860E-61B4-4EEF-ABAB-C0D4C68502A2}" type="datetimeFigureOut">
              <a:rPr lang="es-DO" smtClean="0"/>
              <a:t>26/3/2026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C016F-4F10-40CA-8A61-A1787B77C805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242384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26/3/2026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5120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26/3/2026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93139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26/3/2026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584720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26/3/2026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053707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26/3/2026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66611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26/3/2026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839501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26/3/2026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9829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26/3/2026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77077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26/3/2026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652400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26/3/2026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90222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26/3/2026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15817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44027-968F-401B-AFAE-2A5FEC4A70B3}" type="datetimeFigureOut">
              <a:rPr lang="es-DO" smtClean="0"/>
              <a:t>26/3/2026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8672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lchecho3000-blip/Ciberseguridad-bootcamp/tree/main/Mini%20proyecto%20script%20-re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439100" y="2489200"/>
            <a:ext cx="11525100" cy="4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Participante: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Luis Ramon Reyes Volquez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Kevin Feliz Henríquez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Técnico: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Ciberseguridad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Módulo: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Fundamentos de ciberseguridad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Centro: </a:t>
            </a:r>
            <a:r>
              <a:rPr lang="es-ES" dirty="0" err="1">
                <a:latin typeface="Verdana"/>
                <a:ea typeface="Verdana"/>
                <a:cs typeface="Verdana"/>
                <a:sym typeface="Verdana"/>
              </a:rPr>
              <a:t>Cyberclass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Practica: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#1 – Mini proyecto con bat en Windows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Descripción: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En esta practica creo mi primer proyecto en </a:t>
            </a:r>
            <a:r>
              <a:rPr lang="es-DO" b="1" dirty="0" err="1">
                <a:latin typeface="Verdana"/>
                <a:ea typeface="Verdana"/>
                <a:cs typeface="Verdana"/>
                <a:sym typeface="Verdana"/>
              </a:rPr>
              <a:t>Github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 y también el primer script con el lenguaje 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bat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para ejecutar comandos de red de forma automática en sistemas operativos Windows</a:t>
            </a: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652" y="475372"/>
            <a:ext cx="2342695" cy="17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44" y="471064"/>
            <a:ext cx="6592220" cy="6077798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7531313" y="1245625"/>
            <a:ext cx="3750365" cy="4971428"/>
          </a:xfrm>
        </p:spPr>
        <p:txBody>
          <a:bodyPr/>
          <a:lstStyle/>
          <a:p>
            <a:pPr algn="l"/>
            <a:r>
              <a:rPr lang="es-DO" dirty="0"/>
              <a:t>Para esta práctica empezamos dirigiéndonos a un directorio en específico de la PC, allí añadiremos una carpeta para almacenar los archivos que generemos, entonces creamos el archivo </a:t>
            </a:r>
            <a:r>
              <a:rPr lang="es-DO" dirty="0" err="1"/>
              <a:t>bat</a:t>
            </a:r>
            <a:r>
              <a:rPr lang="es-DO" dirty="0"/>
              <a:t> y lo ejecutamos como un bloc de notas para poder editarlo con los comandos que utilizaremos para producir nuestros reportes de red.</a:t>
            </a:r>
          </a:p>
          <a:p>
            <a:pPr algn="l"/>
            <a:endParaRPr lang="es-DO" dirty="0"/>
          </a:p>
          <a:p>
            <a:pPr algn="l"/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1299670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17348" y="816429"/>
            <a:ext cx="3573109" cy="4615089"/>
          </a:xfrm>
        </p:spPr>
        <p:txBody>
          <a:bodyPr>
            <a:normAutofit/>
          </a:bodyPr>
          <a:lstStyle/>
          <a:p>
            <a:r>
              <a:rPr lang="es-DO" sz="2800" dirty="0"/>
              <a:t>Esto es el archivo bat ejecutado en el </a:t>
            </a:r>
            <a:r>
              <a:rPr lang="es-DO" sz="2800" dirty="0" err="1"/>
              <a:t>cmd</a:t>
            </a:r>
            <a:r>
              <a:rPr lang="es-DO" sz="2800" dirty="0"/>
              <a:t>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69FE018-A249-770A-0656-3D1127C0E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088" y="426380"/>
            <a:ext cx="5675281" cy="600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434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699000" cy="5730875"/>
          </a:xfrm>
        </p:spPr>
        <p:txBody>
          <a:bodyPr>
            <a:normAutofit/>
          </a:bodyPr>
          <a:lstStyle/>
          <a:p>
            <a:r>
              <a:rPr lang="es-DO" sz="3600" dirty="0"/>
              <a:t>Captura de pantalla de los resultados obtenidos tras haber ejecutado el archivo bat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EBA2394-71F4-86FC-988A-4E6E17889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200" y="1339570"/>
            <a:ext cx="5729423" cy="378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14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476904D-62EA-A720-71F7-6E702C3CB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57" y="400050"/>
            <a:ext cx="3572153" cy="62302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BA94BC7-8852-A1CA-E02A-91953DA20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291" y="400050"/>
            <a:ext cx="4239217" cy="6230219"/>
          </a:xfrm>
          <a:prstGeom prst="rect">
            <a:avLst/>
          </a:prstGeom>
        </p:spPr>
      </p:pic>
      <p:sp>
        <p:nvSpPr>
          <p:cNvPr id="10" name="Elipse 9">
            <a:extLst>
              <a:ext uri="{FF2B5EF4-FFF2-40B4-BE49-F238E27FC236}">
                <a16:creationId xmlns:a16="http://schemas.microsoft.com/office/drawing/2014/main" id="{C6E16342-9245-6226-28A8-15A9676430DD}"/>
              </a:ext>
            </a:extLst>
          </p:cNvPr>
          <p:cNvSpPr/>
          <p:nvPr/>
        </p:nvSpPr>
        <p:spPr>
          <a:xfrm>
            <a:off x="7315200" y="900752"/>
            <a:ext cx="941696" cy="163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52F05C49-DD87-2079-28AC-590478CD75D5}"/>
              </a:ext>
            </a:extLst>
          </p:cNvPr>
          <p:cNvSpPr/>
          <p:nvPr/>
        </p:nvSpPr>
        <p:spPr>
          <a:xfrm>
            <a:off x="7315200" y="4396854"/>
            <a:ext cx="941696" cy="163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D5E56B1-E2CB-282D-2098-C852FD31AE8C}"/>
              </a:ext>
            </a:extLst>
          </p:cNvPr>
          <p:cNvSpPr/>
          <p:nvPr/>
        </p:nvSpPr>
        <p:spPr>
          <a:xfrm>
            <a:off x="7301552" y="3039469"/>
            <a:ext cx="941696" cy="163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EDB5908F-3788-1B03-9459-4D64373FDB79}"/>
              </a:ext>
            </a:extLst>
          </p:cNvPr>
          <p:cNvSpPr/>
          <p:nvPr/>
        </p:nvSpPr>
        <p:spPr>
          <a:xfrm>
            <a:off x="7301552" y="2011054"/>
            <a:ext cx="941696" cy="163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5F7ECF1-F815-86E0-3B25-6B15820BF959}"/>
              </a:ext>
            </a:extLst>
          </p:cNvPr>
          <p:cNvSpPr/>
          <p:nvPr/>
        </p:nvSpPr>
        <p:spPr>
          <a:xfrm>
            <a:off x="7294728" y="5431674"/>
            <a:ext cx="941696" cy="163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F8EA557A-772B-4DBE-E802-C62541FA1E0E}"/>
              </a:ext>
            </a:extLst>
          </p:cNvPr>
          <p:cNvSpPr/>
          <p:nvPr/>
        </p:nvSpPr>
        <p:spPr>
          <a:xfrm>
            <a:off x="6748817" y="2276938"/>
            <a:ext cx="941696" cy="163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1485BE4-334C-934A-8608-70941F312599}"/>
              </a:ext>
            </a:extLst>
          </p:cNvPr>
          <p:cNvSpPr/>
          <p:nvPr/>
        </p:nvSpPr>
        <p:spPr>
          <a:xfrm>
            <a:off x="6748817" y="3372343"/>
            <a:ext cx="941696" cy="163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AF34629F-7EF7-92A2-658F-C6AE041C7B4A}"/>
              </a:ext>
            </a:extLst>
          </p:cNvPr>
          <p:cNvSpPr/>
          <p:nvPr/>
        </p:nvSpPr>
        <p:spPr>
          <a:xfrm>
            <a:off x="6748817" y="4683174"/>
            <a:ext cx="941696" cy="163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9C5904E7-39CC-EF74-208E-9DE9090D6CA5}"/>
              </a:ext>
            </a:extLst>
          </p:cNvPr>
          <p:cNvSpPr/>
          <p:nvPr/>
        </p:nvSpPr>
        <p:spPr>
          <a:xfrm>
            <a:off x="6810233" y="5672352"/>
            <a:ext cx="941696" cy="163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42AC7392-B561-8EB6-94BB-1F99697F7936}"/>
              </a:ext>
            </a:extLst>
          </p:cNvPr>
          <p:cNvSpPr/>
          <p:nvPr/>
        </p:nvSpPr>
        <p:spPr>
          <a:xfrm>
            <a:off x="6748817" y="1201556"/>
            <a:ext cx="941696" cy="163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739376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E6E2868-AF6A-DE2C-50D7-53AF8DC28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81" y="1043236"/>
            <a:ext cx="5112849" cy="4771528"/>
          </a:xfrm>
          <a:prstGeom prst="rect">
            <a:avLst/>
          </a:prstGeom>
        </p:spPr>
      </p:pic>
      <p:pic>
        <p:nvPicPr>
          <p:cNvPr id="6" name="Marcador de contenido 4">
            <a:extLst>
              <a:ext uri="{FF2B5EF4-FFF2-40B4-BE49-F238E27FC236}">
                <a16:creationId xmlns:a16="http://schemas.microsoft.com/office/drawing/2014/main" id="{F731E720-6564-9561-40D1-AE3F60CA00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0" y="1023213"/>
            <a:ext cx="5128293" cy="4791551"/>
          </a:xfrm>
        </p:spPr>
      </p:pic>
      <p:sp>
        <p:nvSpPr>
          <p:cNvPr id="8" name="Elipse 7">
            <a:extLst>
              <a:ext uri="{FF2B5EF4-FFF2-40B4-BE49-F238E27FC236}">
                <a16:creationId xmlns:a16="http://schemas.microsoft.com/office/drawing/2014/main" id="{C6CB9047-BF07-86CC-9613-69B6184E54FE}"/>
              </a:ext>
            </a:extLst>
          </p:cNvPr>
          <p:cNvSpPr/>
          <p:nvPr/>
        </p:nvSpPr>
        <p:spPr>
          <a:xfrm>
            <a:off x="8660146" y="2376985"/>
            <a:ext cx="941696" cy="163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B6C8F4D2-150B-E3AD-08F7-03D1AA4FFFD7}"/>
              </a:ext>
            </a:extLst>
          </p:cNvPr>
          <p:cNvSpPr/>
          <p:nvPr/>
        </p:nvSpPr>
        <p:spPr>
          <a:xfrm>
            <a:off x="2907605" y="4644788"/>
            <a:ext cx="941696" cy="163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38093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BADAD35A-65E6-55F7-1457-1D1346A66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810" y="447259"/>
            <a:ext cx="7192379" cy="5963482"/>
          </a:xfrm>
          <a:prstGeom prst="rect">
            <a:avLst/>
          </a:prstGeom>
        </p:spPr>
      </p:pic>
      <p:sp>
        <p:nvSpPr>
          <p:cNvPr id="10" name="Elipse 9">
            <a:extLst>
              <a:ext uri="{FF2B5EF4-FFF2-40B4-BE49-F238E27FC236}">
                <a16:creationId xmlns:a16="http://schemas.microsoft.com/office/drawing/2014/main" id="{C6AC1A7D-0053-4879-5ECE-EB9A0708A061}"/>
              </a:ext>
            </a:extLst>
          </p:cNvPr>
          <p:cNvSpPr/>
          <p:nvPr/>
        </p:nvSpPr>
        <p:spPr>
          <a:xfrm>
            <a:off x="6095999" y="3550692"/>
            <a:ext cx="941696" cy="163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3C7F1E54-0947-3DD4-22F4-13DB86BA795D}"/>
              </a:ext>
            </a:extLst>
          </p:cNvPr>
          <p:cNvSpPr/>
          <p:nvPr/>
        </p:nvSpPr>
        <p:spPr>
          <a:xfrm>
            <a:off x="5515970" y="3714465"/>
            <a:ext cx="941696" cy="163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909D90C-6522-BC53-D55B-412F6D818F2C}"/>
              </a:ext>
            </a:extLst>
          </p:cNvPr>
          <p:cNvSpPr/>
          <p:nvPr/>
        </p:nvSpPr>
        <p:spPr>
          <a:xfrm>
            <a:off x="7314065" y="3550691"/>
            <a:ext cx="941696" cy="163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BABCD487-25EF-090B-0AEE-0A042CB30124}"/>
              </a:ext>
            </a:extLst>
          </p:cNvPr>
          <p:cNvSpPr/>
          <p:nvPr/>
        </p:nvSpPr>
        <p:spPr>
          <a:xfrm>
            <a:off x="6250674" y="2838734"/>
            <a:ext cx="941696" cy="1637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290359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7AAADCC-22F7-6C69-8F4E-4012D4FCC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88" y="375696"/>
            <a:ext cx="4391638" cy="266737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727DAFA-5BAC-AE60-BD8B-4AFC9D52C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573" y="128127"/>
            <a:ext cx="6077798" cy="6601746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C76B5B1-432B-CC4C-D056-7A917530D7C0}"/>
              </a:ext>
            </a:extLst>
          </p:cNvPr>
          <p:cNvSpPr/>
          <p:nvPr/>
        </p:nvSpPr>
        <p:spPr>
          <a:xfrm>
            <a:off x="6096000" y="1228299"/>
            <a:ext cx="3184478" cy="54060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96952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59483D6-9C93-A3F5-3AD5-068723110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123" y="256254"/>
            <a:ext cx="9535856" cy="658269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BCAF3056-331C-76FD-0B05-9164EF09E69B}"/>
              </a:ext>
            </a:extLst>
          </p:cNvPr>
          <p:cNvSpPr/>
          <p:nvPr/>
        </p:nvSpPr>
        <p:spPr>
          <a:xfrm>
            <a:off x="2320119" y="2538484"/>
            <a:ext cx="5459105" cy="20608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8858584-A4D3-9447-8744-B1BCA063CA61}"/>
              </a:ext>
            </a:extLst>
          </p:cNvPr>
          <p:cNvSpPr/>
          <p:nvPr/>
        </p:nvSpPr>
        <p:spPr>
          <a:xfrm>
            <a:off x="2306472" y="4653887"/>
            <a:ext cx="900752" cy="22041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8739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CA6815F-CC4F-0B69-A609-D953A46E8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06" y="580030"/>
            <a:ext cx="5240500" cy="569794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64CC065-3F89-8E0D-492F-93B92F9FE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845" y="580030"/>
            <a:ext cx="6127349" cy="569794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1FF76639-3223-D12B-8B1A-604BF996441B}"/>
              </a:ext>
            </a:extLst>
          </p:cNvPr>
          <p:cNvSpPr/>
          <p:nvPr/>
        </p:nvSpPr>
        <p:spPr>
          <a:xfrm>
            <a:off x="832513" y="941696"/>
            <a:ext cx="1351129" cy="52407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A2B8422-B48C-7200-E835-784D1A195283}"/>
              </a:ext>
            </a:extLst>
          </p:cNvPr>
          <p:cNvSpPr/>
          <p:nvPr/>
        </p:nvSpPr>
        <p:spPr>
          <a:xfrm>
            <a:off x="6482687" y="941696"/>
            <a:ext cx="2470244" cy="52407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64982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356898"/>
            <a:ext cx="10515600" cy="5501102"/>
          </a:xfrm>
        </p:spPr>
        <p:txBody>
          <a:bodyPr>
            <a:normAutofit/>
          </a:bodyPr>
          <a:lstStyle/>
          <a:p>
            <a:r>
              <a:rPr lang="es-DO" dirty="0"/>
              <a:t>En esta práctica aprendí a:</a:t>
            </a:r>
          </a:p>
          <a:p>
            <a:r>
              <a:rPr lang="es-DO" dirty="0"/>
              <a:t>Automatizar tareas rutinarias mediante scripts.</a:t>
            </a:r>
          </a:p>
          <a:p>
            <a:r>
              <a:rPr lang="es-DO" dirty="0"/>
              <a:t>Generar reportes y guardarlos automáticamente en archivos </a:t>
            </a:r>
            <a:r>
              <a:rPr lang="es-DO" dirty="0" err="1"/>
              <a:t>txt</a:t>
            </a:r>
            <a:r>
              <a:rPr lang="es-DO" dirty="0"/>
              <a:t>.</a:t>
            </a:r>
          </a:p>
          <a:p>
            <a:endParaRPr lang="es-DO" dirty="0"/>
          </a:p>
          <a:p>
            <a:endParaRPr lang="es-DO" dirty="0"/>
          </a:p>
          <a:p>
            <a:r>
              <a:rPr lang="es-DO" dirty="0"/>
              <a:t>Enlace del </a:t>
            </a:r>
            <a:r>
              <a:rPr lang="es-DO" dirty="0" err="1"/>
              <a:t>github</a:t>
            </a:r>
            <a:r>
              <a:rPr lang="es-DO" dirty="0"/>
              <a:t> del archivo bat y este tutorial:</a:t>
            </a:r>
            <a:endParaRPr lang="es-DO" dirty="0">
              <a:hlinkClick r:id="rId2"/>
            </a:endParaRPr>
          </a:p>
          <a:p>
            <a:r>
              <a:rPr lang="es-DO" dirty="0">
                <a:hlinkClick r:id="rId2"/>
              </a:rPr>
              <a:t>https://github.com/elchecho3000-blip/Ciberseguridad-bootcamp/tree/main/Mini%20proyecto%20script%20-red</a:t>
            </a:r>
            <a:endParaRPr lang="es-DO" dirty="0"/>
          </a:p>
          <a:p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19725455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193</Words>
  <Application>Microsoft Office PowerPoint</Application>
  <PresentationFormat>Panorámica</PresentationFormat>
  <Paragraphs>17</Paragraphs>
  <Slides>11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Verdana</vt:lpstr>
      <vt:lpstr>Tema de Office</vt:lpstr>
      <vt:lpstr>Presentación de PowerPoint</vt:lpstr>
      <vt:lpstr>Presentación de PowerPoint</vt:lpstr>
      <vt:lpstr>Esto es el archivo bat ejecutado en el cmd.</vt:lpstr>
      <vt:lpstr>Captura de pantalla de los resultados obtenidos tras haber ejecutado el archivo bat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administrado</dc:creator>
  <cp:lastModifiedBy>Luis Reyes Volquez</cp:lastModifiedBy>
  <cp:revision>10</cp:revision>
  <dcterms:created xsi:type="dcterms:W3CDTF">2026-03-26T15:43:05Z</dcterms:created>
  <dcterms:modified xsi:type="dcterms:W3CDTF">2026-03-27T03:12:45Z</dcterms:modified>
</cp:coreProperties>
</file>