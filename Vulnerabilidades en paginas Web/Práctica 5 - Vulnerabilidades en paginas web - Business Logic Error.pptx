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4" r:id="rId4"/>
    <p:sldId id="265" r:id="rId5"/>
    <p:sldId id="268" r:id="rId6"/>
    <p:sldId id="270" r:id="rId7"/>
    <p:sldId id="269" r:id="rId8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#5 – </a:t>
            </a:r>
            <a:r>
              <a:rPr lang="es-DO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Business </a:t>
            </a:r>
            <a:r>
              <a:rPr lang="es-DO" b="0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Logic</a:t>
            </a:r>
            <a:r>
              <a:rPr lang="es-DO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Error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en un error de código para así obtener el acceso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3B5439F-CB48-DF0C-AC61-B497AB741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93" y="1310243"/>
            <a:ext cx="995501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41444" y="252485"/>
            <a:ext cx="10909110" cy="1057701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dicha página; al analizar el código nos damos cuenta que hay un error en la lógica de programación y que también podemos utilizar la función “comprar” para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BD86F3-1945-954F-E707-E658D557F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826" y="1464180"/>
            <a:ext cx="5934347" cy="526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565404" y="791571"/>
            <a:ext cx="9061191" cy="1193646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Entonces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el menú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Console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”, escribimos la función “Comprar()” y dentro del paréntesis la cantidad a comprar (aprovechando el error de lógica)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0A00B0-B688-C4A5-0324-38158F925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20" y="2110499"/>
            <a:ext cx="9446243" cy="31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935553" y="448049"/>
            <a:ext cx="8320893" cy="1312512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la página nos muestra que obtuvimos acceso con el mensaje “Tu saldo ha cambiado”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FAE2760-CB5B-096C-B5C1-313562503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1903747"/>
            <a:ext cx="10012172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8239790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Console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código de programación y la lógica de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programacion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72263" y="1874248"/>
            <a:ext cx="7847462" cy="914399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Programar un código con buena lógica de programación.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9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243</Words>
  <Application>Microsoft Office PowerPoint</Application>
  <PresentationFormat>Panorámica</PresentationFormat>
  <Paragraphs>22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Inspeccionamos dicha página; al analizar el código nos damos cuenta que hay un error en la lógica de programación y que también podemos utilizar la función “comprar” para vulnerar </vt:lpstr>
      <vt:lpstr>Entonces clickeamos en el menú “Console”, escribimos la función “Comprar()” y dentro del paréntesis la cantidad a comprar (aprovechando el error de lógica)</vt:lpstr>
      <vt:lpstr>Y listo, la página nos muestra que obtuvimos acceso con el mensaje “Tu saldo ha cambiado”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35</cp:revision>
  <dcterms:created xsi:type="dcterms:W3CDTF">2026-03-26T15:43:05Z</dcterms:created>
  <dcterms:modified xsi:type="dcterms:W3CDTF">2026-04-04T11:58:01Z</dcterms:modified>
</cp:coreProperties>
</file>