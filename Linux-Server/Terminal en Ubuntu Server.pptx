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1" r:id="rId5"/>
    <p:sldId id="274" r:id="rId6"/>
    <p:sldId id="276" r:id="rId7"/>
    <p:sldId id="275" r:id="rId8"/>
    <p:sldId id="262" r:id="rId9"/>
    <p:sldId id="277" r:id="rId10"/>
    <p:sldId id="263" r:id="rId11"/>
    <p:sldId id="265" r:id="rId12"/>
    <p:sldId id="266" r:id="rId13"/>
    <p:sldId id="267" r:id="rId14"/>
    <p:sldId id="278" r:id="rId15"/>
    <p:sldId id="280" r:id="rId16"/>
    <p:sldId id="279" r:id="rId17"/>
    <p:sldId id="268" r:id="rId18"/>
    <p:sldId id="256" r:id="rId19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>
        <p:scale>
          <a:sx n="66" d="100"/>
          <a:sy n="66" d="100"/>
        </p:scale>
        <p:origin x="89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03C10-CFD1-44D2-AC36-560BCF74D975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B0113-1FD1-4E20-A421-84808E5AB56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6126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149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25504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633222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7967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17840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14296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98617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58804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955903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24004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586010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72227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EA09D-AF5B-4777-AB06-38DFD1324449}" type="datetimeFigureOut">
              <a:rPr lang="es-DO" smtClean="0"/>
              <a:t>30/4/2026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226F9-9A15-4449-8A21-A9B5DE03FB6B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97714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Linux-Serv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81201" y="2420556"/>
            <a:ext cx="12004964" cy="4645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Instalación y Administración de Linux 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Server</a:t>
            </a: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Actividad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s-ES" dirty="0">
                <a:latin typeface="Verdana" panose="020B0604030504040204" pitchFamily="34" charset="0"/>
                <a:ea typeface="Verdana" panose="020B0604030504040204" pitchFamily="34" charset="0"/>
              </a:rPr>
              <a:t>Manejo de la Terminal de Comandos en Linux Server</a:t>
            </a:r>
          </a:p>
          <a:p>
            <a:pPr algn="l">
              <a:buClr>
                <a:schemeClr val="dk1"/>
              </a:buClr>
              <a:buSzPts val="2400"/>
            </a:pPr>
            <a:r>
              <a:rPr lang="es-DO" b="1" dirty="0" smtClean="0">
                <a:latin typeface="Verdana"/>
                <a:ea typeface="Verdana"/>
                <a:cs typeface="Verdana"/>
                <a:sym typeface="Verdana"/>
              </a:rPr>
              <a:t>Descripción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s-DO" dirty="0" smtClean="0">
                <a:latin typeface="Verdana"/>
                <a:ea typeface="Verdana"/>
                <a:cs typeface="Verdana"/>
                <a:sym typeface="Verdana"/>
              </a:rPr>
              <a:t>Practica de comandos cotidianos de la terminal de Linux</a:t>
            </a:r>
            <a:r>
              <a:rPr lang="es-ES" dirty="0" smtClean="0">
                <a:latin typeface="Verdana"/>
                <a:ea typeface="Verdana"/>
                <a:cs typeface="Verdana"/>
                <a:sym typeface="Verdana"/>
              </a:rPr>
              <a:t>.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GitHub: 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https://github.com/elchecho3000-blip/Ciberseguridad-bootcamp/tree/main/Linux-Server</a:t>
            </a:r>
            <a:endParaRPr lang="es-DO"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8490" y="324976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9934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xmlns="" id="{6F6A38C3-3E3B-AF2D-4DD6-02C7DCC1E8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3206" y="1863725"/>
            <a:ext cx="5769694" cy="4351338"/>
          </a:xfr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xmlns="" id="{DEB6FD76-8058-8553-529B-84378839F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02" y="538162"/>
            <a:ext cx="3532547" cy="1325563"/>
          </a:xfrm>
        </p:spPr>
        <p:txBody>
          <a:bodyPr>
            <a:normAutofit/>
          </a:bodyPr>
          <a:lstStyle/>
          <a:p>
            <a:r>
              <a:rPr lang="es-DO" sz="2400" b="1" dirty="0">
                <a:latin typeface="Verdana" panose="020B0604030504040204" pitchFamily="34" charset="0"/>
                <a:ea typeface="Verdana" panose="020B0604030504040204" pitchFamily="34" charset="0"/>
              </a:rPr>
              <a:t>s</a:t>
            </a:r>
            <a:r>
              <a:rPr lang="es-DO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udo </a:t>
            </a:r>
            <a:r>
              <a:rPr lang="es-DO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apt</a:t>
            </a:r>
            <a:r>
              <a:rPr lang="es-DO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update</a:t>
            </a:r>
            <a:r>
              <a:rPr lang="es-DO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44724"/>
              </p:ext>
            </p:extLst>
          </p:nvPr>
        </p:nvGraphicFramePr>
        <p:xfrm>
          <a:off x="247650" y="1485899"/>
          <a:ext cx="5755556" cy="4743512"/>
        </p:xfrm>
        <a:graphic>
          <a:graphicData uri="http://schemas.openxmlformats.org/drawingml/2006/table">
            <a:tbl>
              <a:tblPr/>
              <a:tblGrid>
                <a:gridCol w="1504950"/>
                <a:gridCol w="4250606"/>
              </a:tblGrid>
              <a:tr h="2122232">
                <a:tc>
                  <a:txBody>
                    <a:bodyPr/>
                    <a:lstStyle/>
                    <a:p>
                      <a:r>
                        <a:rPr lang="es-DO" sz="2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sudo</a:t>
                      </a:r>
                      <a:endParaRPr lang="es-DO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DO" sz="2000" b="1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</a:t>
                      </a:r>
                      <a:r>
                        <a:rPr lang="es-DO" sz="20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uper</a:t>
                      </a:r>
                      <a:r>
                        <a:rPr lang="es-DO" sz="20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s-DO" sz="2000" b="1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</a:t>
                      </a:r>
                      <a:r>
                        <a:rPr lang="es-DO" sz="2000" dirty="0" err="1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ser</a:t>
                      </a:r>
                      <a:r>
                        <a:rPr lang="es-DO" sz="20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lang="es-DO" sz="20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DO</a:t>
                      </a:r>
                      <a:r>
                        <a:rPr lang="es-DO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 Te da permisos de administrador. Casi siempre te pedirá tu contraseña</a:t>
                      </a:r>
                      <a:r>
                        <a:rPr lang="es-DO" sz="20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00453">
                <a:tc>
                  <a:txBody>
                    <a:bodyPr/>
                    <a:lstStyle/>
                    <a:p>
                      <a:r>
                        <a:rPr lang="es-DO" sz="2000" b="1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apt</a:t>
                      </a:r>
                      <a:endParaRPr lang="es-DO" sz="20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La herramienta que gestiona los paquetes (programas) en tu sistema</a:t>
                      </a:r>
                      <a:r>
                        <a:rPr lang="es-ES" sz="2000" dirty="0" smtClean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</a:p>
                    <a:p>
                      <a:endParaRPr lang="es-ES" sz="2000" dirty="0" smtClean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73317">
                <a:tc>
                  <a:txBody>
                    <a:bodyPr/>
                    <a:lstStyle/>
                    <a:p>
                      <a:r>
                        <a:rPr lang="es-DO" sz="20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update</a:t>
                      </a:r>
                      <a:endParaRPr lang="es-DO" sz="20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ES" sz="20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Descarga la información más reciente de los repositorios. Es como "actualizar el catálogo" de la tienda.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837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xmlns="" id="{94B245E6-3147-0486-7B53-432E48A34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4150" y="365125"/>
            <a:ext cx="4000500" cy="1325563"/>
          </a:xfrm>
        </p:spPr>
        <p:txBody>
          <a:bodyPr>
            <a:normAutofit/>
          </a:bodyPr>
          <a:lstStyle/>
          <a:p>
            <a:r>
              <a:rPr lang="es-DO" sz="2400" b="1" dirty="0">
                <a:latin typeface="Verdana" panose="020B0604030504040204" pitchFamily="34" charset="0"/>
                <a:ea typeface="Verdana" panose="020B0604030504040204" pitchFamily="34" charset="0"/>
              </a:rPr>
              <a:t>sudo </a:t>
            </a:r>
            <a:r>
              <a:rPr lang="es-DO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apt</a:t>
            </a:r>
            <a:r>
              <a:rPr lang="es-DO" sz="2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upgrade</a:t>
            </a:r>
            <a:r>
              <a:rPr lang="es-DO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s-DO" sz="2400" b="1" dirty="0"/>
          </a:p>
        </p:txBody>
      </p:sp>
      <p:pic>
        <p:nvPicPr>
          <p:cNvPr id="13" name="Marcador de contenido 12">
            <a:extLst>
              <a:ext uri="{FF2B5EF4-FFF2-40B4-BE49-F238E27FC236}">
                <a16:creationId xmlns:a16="http://schemas.microsoft.com/office/drawing/2014/main" xmlns="" id="{3F2BA74A-D06B-5D43-3ACA-F629BDC38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8553" y="1690688"/>
            <a:ext cx="5769694" cy="4351338"/>
          </a:xfr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95300" y="1875354"/>
            <a:ext cx="44577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Desglose de 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upgrade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Descarga: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Baja los archivos necesarios desde los servidores oficiales.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Instala: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Reemplaza los archivos viejos por los nuevos.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Configura: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Ajusta los parámetros necesarios para que todo funcione tras el cambio.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89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BB98FFC-D595-5F6C-7F13-EC3DD7AC6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6003" y="593054"/>
            <a:ext cx="1409700" cy="1325563"/>
          </a:xfrm>
        </p:spPr>
        <p:txBody>
          <a:bodyPr>
            <a:normAutofit/>
          </a:bodyPr>
          <a:lstStyle/>
          <a:p>
            <a:r>
              <a:rPr lang="es-DO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r>
              <a:rPr lang="es-DO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kdir</a:t>
            </a:r>
            <a:r>
              <a:rPr lang="es-DO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A58DB04A-7C4F-C121-5B5B-7625141DC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" t="1" r="45534" b="45540"/>
          <a:stretch/>
        </p:blipFill>
        <p:spPr>
          <a:xfrm>
            <a:off x="1884854" y="2895600"/>
            <a:ext cx="8097346" cy="2705100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87952" y="1699222"/>
            <a:ext cx="86487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El comando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mkdir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significa 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ake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k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id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dir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ectory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(crear directorio). Se usa para crear carpetas nuevas desde la terminal. </a:t>
            </a:r>
          </a:p>
        </p:txBody>
      </p:sp>
    </p:spTree>
    <p:extLst>
      <p:ext uri="{BB962C8B-B14F-4D97-AF65-F5344CB8AC3E}">
        <p14:creationId xmlns:p14="http://schemas.microsoft.com/office/powerpoint/2010/main" val="1037565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916422" y="1308243"/>
            <a:ext cx="685800" cy="549275"/>
          </a:xfrm>
        </p:spPr>
        <p:txBody>
          <a:bodyPr>
            <a:normAutofit fontScale="90000"/>
          </a:bodyPr>
          <a:lstStyle/>
          <a:p>
            <a:pPr lvl="0"/>
            <a:r>
              <a:rPr lang="es-DO" sz="27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Ls</a:t>
            </a:r>
            <a:r>
              <a:rPr lang="es-DO" sz="27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s-DO" b="1"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lang="es-DO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s-DO" dirty="0"/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xmlns="" id="{A58DB04A-7C4F-C121-5B5B-7625141DC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" t="52582" r="59292" b="-99"/>
          <a:stretch/>
        </p:blipFill>
        <p:spPr>
          <a:xfrm>
            <a:off x="7012445" y="2786077"/>
            <a:ext cx="4493755" cy="1752600"/>
          </a:xfr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27023" y="1631051"/>
            <a:ext cx="603567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DO" sz="2000" b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s-DO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List</a:t>
            </a:r>
            <a:r>
              <a:rPr lang="es-DO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): 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 el comando estándar y más utilizado en 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Linux y 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macOS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Enumera el contenido de la carpeta donde estás parado.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Trucos comunes: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ls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-l: Muestra una lista detallada (tamaño, fecha, permisos).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ls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lh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Muestra el tamaño de los archivos en un formato fácil de leer (como "2MB" en lugar de bytes).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32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xmlns="" id="{E58D1664-A4ED-3518-5211-BE9B13E809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783"/>
          <a:stretch/>
        </p:blipFill>
        <p:spPr>
          <a:xfrm>
            <a:off x="1409700" y="1027906"/>
            <a:ext cx="9372600" cy="4874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875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72085" y="857329"/>
            <a:ext cx="878657" cy="701675"/>
          </a:xfrm>
        </p:spPr>
        <p:txBody>
          <a:bodyPr>
            <a:normAutofit fontScale="90000"/>
          </a:bodyPr>
          <a:lstStyle/>
          <a:p>
            <a:pPr lvl="0"/>
            <a:r>
              <a:rPr lang="es-DO" sz="2700" b="1" dirty="0" err="1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r>
              <a:rPr lang="es-DO" sz="27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ir</a:t>
            </a:r>
            <a:r>
              <a:rPr lang="es-DO" sz="27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s-DO" b="1" dirty="0"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  <a:br>
              <a:rPr lang="es-DO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es-DO" dirty="0"/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xmlns="" id="{A58DB04A-7C4F-C121-5B5B-7625141DC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" t="52582" r="45534" b="-99"/>
          <a:stretch/>
        </p:blipFill>
        <p:spPr>
          <a:xfrm>
            <a:off x="2288533" y="3774995"/>
            <a:ext cx="7983116" cy="2326961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88874" y="1559004"/>
            <a:ext cx="878243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Este comando es el gemelo de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ls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pero tiene una historia diferente.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Funciona en casi todas las distribuciones de Linux, pero es menos común usarlo. A diferencia de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ls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que suele mostrar los nombres en colores (azul para carpetas, blanco para archivos),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dir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suele mostrar todo en una lista simple sin colores por defecto.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81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418CA43-55E3-289C-FAA6-4F51A1DED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690" y="1222375"/>
            <a:ext cx="1339524" cy="854075"/>
          </a:xfrm>
        </p:spPr>
        <p:txBody>
          <a:bodyPr>
            <a:normAutofit/>
          </a:bodyPr>
          <a:lstStyle/>
          <a:p>
            <a:r>
              <a:rPr lang="es-DO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Touch</a:t>
            </a:r>
            <a:r>
              <a:rPr lang="es-DO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B78DCBAF-7BB6-01B5-8922-89B3D561A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2013" b="68538"/>
          <a:stretch/>
        </p:blipFill>
        <p:spPr>
          <a:xfrm>
            <a:off x="2616854" y="2601575"/>
            <a:ext cx="6927196" cy="2286000"/>
          </a:xfrm>
        </p:spPr>
      </p:pic>
    </p:spTree>
    <p:extLst>
      <p:ext uri="{BB962C8B-B14F-4D97-AF65-F5344CB8AC3E}">
        <p14:creationId xmlns:p14="http://schemas.microsoft.com/office/powerpoint/2010/main" val="2734691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704975" y="3041541"/>
            <a:ext cx="944880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Ejemplos útiles: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Crear un archivo simple: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touch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notas.txt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Crear varios archivos a la vez: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touch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index.html estilo.css script.js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Crear una lista numerada: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touch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foto_{1..5}.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jpg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(esto creará foto_1.jpg, foto_2.jpg,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1888672" y="1338579"/>
            <a:ext cx="88201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Su función principal es crear un archivo que no tiene nada adentro, simplemente para que el nombre ya exista en el sistema. También tiene un uso técnico: 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actualizar la fecha y hora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de acceso o modificación de un archivo que ya existe.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468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A35C010-D00A-E837-06A5-BCC38474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928" y="803275"/>
            <a:ext cx="1162050" cy="568325"/>
          </a:xfrm>
        </p:spPr>
        <p:txBody>
          <a:bodyPr>
            <a:normAutofit/>
          </a:bodyPr>
          <a:lstStyle/>
          <a:p>
            <a:r>
              <a:rPr lang="es-DO" sz="2400" b="1" dirty="0">
                <a:latin typeface="Verdana" panose="020B0604030504040204" pitchFamily="34" charset="0"/>
                <a:ea typeface="Verdana" panose="020B0604030504040204" pitchFamily="34" charset="0"/>
              </a:rPr>
              <a:t>n</a:t>
            </a:r>
            <a:r>
              <a:rPr lang="es-DO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ano: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C4749E7D-0CAC-0001-551C-CC0B60E5A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4106" y="1739174"/>
            <a:ext cx="5769694" cy="435133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xmlns="" id="{B7D45A6C-15D0-91E8-25CD-BCED89AE23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8233"/>
          <a:stretch/>
        </p:blipFill>
        <p:spPr>
          <a:xfrm>
            <a:off x="838200" y="4340066"/>
            <a:ext cx="4261385" cy="1750446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1073417" y="1739174"/>
            <a:ext cx="379095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Es 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un </a:t>
            </a:r>
            <a:r>
              <a:rPr lang="es-ES" sz="2000" b="1" dirty="0">
                <a:latin typeface="Verdana" panose="020B0604030504040204" pitchFamily="34" charset="0"/>
                <a:ea typeface="Verdana" panose="020B0604030504040204" pitchFamily="34" charset="0"/>
              </a:rPr>
              <a:t>editor de texto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directo en la terminal.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Es famoso por ser sencillo, amigable y perfecto para cuando necesitas editar un archivo de configuración o escribir una nota rápida sin abrir una ventana pesada.</a:t>
            </a:r>
          </a:p>
        </p:txBody>
      </p:sp>
    </p:spTree>
    <p:extLst>
      <p:ext uri="{BB962C8B-B14F-4D97-AF65-F5344CB8AC3E}">
        <p14:creationId xmlns:p14="http://schemas.microsoft.com/office/powerpoint/2010/main" val="4106946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069EEA5C-3376-A3B2-D8E9-B9298E10C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2" t="17762" r="2189"/>
          <a:stretch/>
        </p:blipFill>
        <p:spPr>
          <a:xfrm>
            <a:off x="4414299" y="1906545"/>
            <a:ext cx="6819755" cy="3560198"/>
          </a:xfrm>
        </p:spPr>
      </p:pic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084943" y="2409372"/>
            <a:ext cx="295002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El comando mv viene de 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v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(mover), tiene una doble función: sirve tanto para 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mover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archivos de un lugar a otro como para 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renombrarlos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xmlns="" id="{3830EBBD-058D-3C7F-795D-BEA70AE6EDB2}"/>
              </a:ext>
            </a:extLst>
          </p:cNvPr>
          <p:cNvSpPr txBox="1">
            <a:spLocks/>
          </p:cNvSpPr>
          <p:nvPr/>
        </p:nvSpPr>
        <p:spPr>
          <a:xfrm>
            <a:off x="7568363" y="1105354"/>
            <a:ext cx="830943" cy="607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DO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mv: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8823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DA126E-8DE6-03C0-F888-71CED586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3725" y="1225484"/>
            <a:ext cx="817075" cy="375104"/>
          </a:xfrm>
        </p:spPr>
        <p:txBody>
          <a:bodyPr>
            <a:noAutofit/>
          </a:bodyPr>
          <a:lstStyle/>
          <a:p>
            <a:r>
              <a:rPr lang="es-DO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lang="es-DO" sz="2400" b="1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r>
              <a:rPr lang="es-DO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2185171A-AF4E-2C12-8233-71B4DD61F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5172"/>
          <a:stretch/>
        </p:blipFill>
        <p:spPr>
          <a:xfrm>
            <a:off x="2191657" y="3497943"/>
            <a:ext cx="7498966" cy="2595251"/>
          </a:xfr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560285" y="2056823"/>
            <a:ext cx="912948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El comando 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rm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viene de 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ove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(eliminar). 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Para eliminar un archivo individual, simplemente escribes: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rm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 nombre_del_archivo.txt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451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15886" y="1687848"/>
            <a:ext cx="830217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 intentas borrar una carpeta con solo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rm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Linux te dará un error diciendo que es un directorio. Para borrar carpetas, necesitas añadir "opciones" (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flags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rm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-r (Recursivo):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Borra la carpeta y 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todo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lo que haya dentro (archivos y subcarpetas).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Ej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rm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-r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nombre_carpeta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rm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rf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(Fuerza bruta):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Es el modo "no me preguntes nada, solo bórralo". La -f significa </a:t>
            </a:r>
            <a:r>
              <a:rPr kumimoji="0" lang="es-DO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force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Se usa cuando hay archivos protegidos o que dan problemas.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Ej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rm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-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rf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nombre_carpeta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002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xmlns="" id="{069EEA5C-3376-A3B2-D8E9-B9298E10C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2" t="60346" r="36129"/>
          <a:stretch/>
        </p:blipFill>
        <p:spPr>
          <a:xfrm>
            <a:off x="3414957" y="3860798"/>
            <a:ext cx="5189335" cy="2000287"/>
          </a:xfrm>
        </p:spPr>
      </p:pic>
      <p:sp>
        <p:nvSpPr>
          <p:cNvPr id="5" name="Rectángulo 4"/>
          <p:cNvSpPr/>
          <p:nvPr/>
        </p:nvSpPr>
        <p:spPr>
          <a:xfrm>
            <a:off x="1104508" y="1161143"/>
            <a:ext cx="9810234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Significa </a:t>
            </a:r>
            <a:r>
              <a:rPr lang="es-ES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hange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ES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d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irectory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(cambiar de directorio) y es el que te permite "caminar" o navegar entre las carpetas de tu sistema</a:t>
            </a:r>
            <a:r>
              <a:rPr lang="es-E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Es muy sencillo: escribes cd seguido de la ruta a la que quieres ir</a:t>
            </a:r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DO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DO" sz="20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Navegación </a:t>
            </a:r>
            <a:r>
              <a:rPr lang="es-DO" sz="2000" b="1" dirty="0">
                <a:latin typeface="Verdana" panose="020B0604030504040204" pitchFamily="34" charset="0"/>
                <a:ea typeface="Verdana" panose="020B0604030504040204" pitchFamily="34" charset="0"/>
              </a:rPr>
              <a:t>básica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DO" sz="2000" b="1" dirty="0">
                <a:latin typeface="Verdana" panose="020B0604030504040204" pitchFamily="34" charset="0"/>
                <a:ea typeface="Verdana" panose="020B0604030504040204" pitchFamily="34" charset="0"/>
              </a:rPr>
              <a:t>Entrar en una carpeta: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 cd Documentos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DO" sz="2000" b="1" dirty="0">
                <a:latin typeface="Verdana" panose="020B0604030504040204" pitchFamily="34" charset="0"/>
                <a:ea typeface="Verdana" panose="020B0604030504040204" pitchFamily="34" charset="0"/>
              </a:rPr>
              <a:t>Entrar en una ruta profunda: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 cd Proyectos/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/Scripts</a:t>
            </a:r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4191097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217058" y="851666"/>
            <a:ext cx="7899400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Los atajos "mágicos“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Estos símbolos te ahorrarán muchísimo tiempo: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cd ..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(dos puntos): Te sube 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un nivel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atrás. Si estás en /home/usuario/Fotos, te lleva a /home/usuario.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cd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(solo, sin nada más): Te lleva instantáneamente a tu 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carpeta personal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(Home), sin importar dónde estés.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cd -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(un guion): Te devuelve a la 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carpeta anterior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en la que estuviste (como el botón "atrás" del navegador).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cd ~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(la tilde): También te lleva a tu carpeta personal.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177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135542"/>
            <a:ext cx="10700657" cy="4862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DO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Consejos para no perderte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Usa la tecla TAB: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Es tu mejor amiga. Escribe cd </a:t>
            </a:r>
            <a:r>
              <a:rPr kumimoji="0" lang="es-DO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Doc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y presiona la tecla </a:t>
            </a: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Tabulador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La terminal completará "Documentos" por ti automáticamente. Si hay varias carpetas que empiezan igual, presiónala dos veces para ver las opciones.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Rutas con espacios: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Si una carpeta se llama Mis Videos, debes escribirla entre comillas: cd "Mis Videos" o usar una barra invertida: cd Mis\ Videos.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s-DO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DO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¿Dónde estoy?: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Si alguna vez te sientes perdido y no sabes en qué carpeta estás, escribe el comando </a:t>
            </a:r>
            <a:r>
              <a:rPr kumimoji="0" lang="es-DO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pwd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kumimoji="0" lang="es-DO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Print</a:t>
            </a:r>
            <a:r>
              <a:rPr kumimoji="0" lang="es-DO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s-DO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Working</a:t>
            </a:r>
            <a:r>
              <a:rPr kumimoji="0" lang="es-DO" sz="20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kumimoji="0" lang="es-DO" sz="20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Directory</a:t>
            </a:r>
            <a:r>
              <a:rPr kumimoji="0" lang="es-DO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). Te mostrará la ruta completa en la que te encuentras.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DO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52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A196EF5-3F8B-F57E-EEE4-98203053D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6627" y="1803173"/>
            <a:ext cx="7358743" cy="1361849"/>
          </a:xfrm>
        </p:spPr>
        <p:txBody>
          <a:bodyPr>
            <a:normAutofit/>
          </a:bodyPr>
          <a:lstStyle/>
          <a:p>
            <a:r>
              <a:rPr lang="es-DO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En las terminales de Linux es muy importante escribir correctamente tanto los comandos como los nombres de los archivos y carpetas, de lo contrario no podrá realizar la acción requerida y la operación será errónea.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 rot="10800000" flipV="1">
            <a:off x="5471885" y="1122363"/>
            <a:ext cx="1248229" cy="480333"/>
          </a:xfrm>
        </p:spPr>
        <p:txBody>
          <a:bodyPr>
            <a:normAutofit/>
          </a:bodyPr>
          <a:lstStyle/>
          <a:p>
            <a:r>
              <a:rPr lang="es-DO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Nota:</a:t>
            </a:r>
            <a:endParaRPr lang="es-DO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Marcador de contenido 4">
            <a:extLst>
              <a:ext uri="{FF2B5EF4-FFF2-40B4-BE49-F238E27FC236}">
                <a16:creationId xmlns:a16="http://schemas.microsoft.com/office/drawing/2014/main" xmlns="" id="{069EEA5C-3376-A3B2-D8E9-B9298E10CB97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l="-2" t="17762" r="2189" b="24225"/>
          <a:stretch/>
        </p:blipFill>
        <p:spPr>
          <a:xfrm>
            <a:off x="2565398" y="3496128"/>
            <a:ext cx="7061200" cy="2600325"/>
          </a:xfrm>
        </p:spPr>
      </p:pic>
    </p:spTree>
    <p:extLst>
      <p:ext uri="{BB962C8B-B14F-4D97-AF65-F5344CB8AC3E}">
        <p14:creationId xmlns:p14="http://schemas.microsoft.com/office/powerpoint/2010/main" val="3983119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13173" y="2790372"/>
            <a:ext cx="7110335" cy="2071913"/>
          </a:xfrm>
        </p:spPr>
        <p:txBody>
          <a:bodyPr>
            <a:normAutofit/>
          </a:bodyPr>
          <a:lstStyle/>
          <a:p>
            <a:r>
              <a:rPr lang="es-ES" sz="2000" dirty="0" smtClean="0">
                <a:latin typeface="Verdana" panose="020B0604030504040204" pitchFamily="34" charset="0"/>
                <a:ea typeface="Verdana" panose="020B0604030504040204" pitchFamily="34" charset="0"/>
              </a:rPr>
              <a:t>En esta practica aprendí varios de los comandos mas útiles y básicos que se utilizan en las terminales de los SO Linux y también que tenemos que escribir correctamente para que no nos falle la operación.</a:t>
            </a:r>
          </a:p>
          <a:p>
            <a:endParaRPr lang="es-ES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4580923" y="1759858"/>
            <a:ext cx="3574836" cy="591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Lo aprendido: </a:t>
            </a:r>
          </a:p>
          <a:p>
            <a:endParaRPr lang="es-ES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E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969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954</Words>
  <Application>Microsoft Office PowerPoint</Application>
  <PresentationFormat>Panorámica</PresentationFormat>
  <Paragraphs>87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Verdana</vt:lpstr>
      <vt:lpstr>Tema de Office</vt:lpstr>
      <vt:lpstr>Presentación de PowerPoint</vt:lpstr>
      <vt:lpstr>sudo apt update:</vt:lpstr>
      <vt:lpstr>sudo apt upgrade:</vt:lpstr>
      <vt:lpstr>mkdir:</vt:lpstr>
      <vt:lpstr>Ls: </vt:lpstr>
      <vt:lpstr>Presentación de PowerPoint</vt:lpstr>
      <vt:lpstr>dir: </vt:lpstr>
      <vt:lpstr>Touch:</vt:lpstr>
      <vt:lpstr>Presentación de PowerPoint</vt:lpstr>
      <vt:lpstr>nano:</vt:lpstr>
      <vt:lpstr>El comando mv viene de move (mover), tiene una doble función: sirve tanto para mover archivos de un lugar a otro como para renombrarlos. </vt:lpstr>
      <vt:lpstr>rm:</vt:lpstr>
      <vt:lpstr>Presentación de PowerPoint</vt:lpstr>
      <vt:lpstr>Presentación de PowerPoint</vt:lpstr>
      <vt:lpstr>Presentación de PowerPoint</vt:lpstr>
      <vt:lpstr>Presentación de PowerPoint</vt:lpstr>
      <vt:lpstr>En las terminales de Linux es muy importante escribir correctamente tanto los comandos como los nombres de los archivos y carpetas, de lo contrario no podrá realizar la acción requerida y la operación será errónea.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Cuenta Microsoft</cp:lastModifiedBy>
  <cp:revision>27</cp:revision>
  <dcterms:created xsi:type="dcterms:W3CDTF">2026-04-23T16:05:39Z</dcterms:created>
  <dcterms:modified xsi:type="dcterms:W3CDTF">2026-04-30T23:23:58Z</dcterms:modified>
</cp:coreProperties>
</file>