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1" roundtripDataSignature="AMtx7mjI3enDXpBmqw/C9wjxooD0g/+c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85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a83fdd6a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g3da83fdd6a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REELANCER-KFH/fundamentos-ciberseguridad/tree/main/lab1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hyperlink" Target="https://github.com/elchecho3000-blip/Ciberseguridad-bootcamp/tree/main/Shell%20Scripting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ng.com/search?q=%22https%3A%2F%2Flearn.microsoft.com%2Fpowershell%2Fmodule%2Fmicrosoft.powershell.security%2Fset-executionpolicy%22&amp;utm_source=copilot.com" TargetMode="External"/><Relationship Id="rId2" Type="http://schemas.openxmlformats.org/officeDocument/2006/relationships/hyperlink" Target="https://www.bing.com/search?q=%22https%3A%2F%2Flearn.microsoft.com%2Fpowershell%2Fmodule%2Fmicrosoft.powershell.core%2Fabout%2Fabout_execution_policies%22&amp;utm_source=copilot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bing.com/search?q=%22https%3A%2F%2Flearn.microsoft.com%2Fpowershell%2Fmodule%2Fmicrosoft.powershell.core%2Fwhere-object%22&amp;utm_source=copilo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hlinkClick r:id="rId3"/>
          </p:cNvPr>
          <p:cNvSpPr txBox="1">
            <a:spLocks noGrp="1"/>
          </p:cNvSpPr>
          <p:nvPr>
            <p:ph type="body" idx="1"/>
          </p:nvPr>
        </p:nvSpPr>
        <p:spPr>
          <a:xfrm>
            <a:off x="263236" y="2685039"/>
            <a:ext cx="11707091" cy="4076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DO" b="1" dirty="0"/>
              <a:t>Participante:</a:t>
            </a:r>
            <a:r>
              <a:rPr lang="es-DO" dirty="0"/>
              <a:t> Luis Ramon Reyes Volquez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DO" b="1" dirty="0"/>
              <a:t>Técnico: </a:t>
            </a:r>
            <a:r>
              <a:rPr lang="es-DO" dirty="0"/>
              <a:t>Ciberseguridad</a:t>
            </a:r>
            <a:endParaRPr dirty="0"/>
          </a:p>
          <a:p>
            <a:pPr marL="0" indent="0">
              <a:buSzPts val="2800"/>
              <a:buNone/>
            </a:pPr>
            <a:r>
              <a:rPr lang="es-DO" b="1" dirty="0"/>
              <a:t>Módulo: </a:t>
            </a:r>
            <a:r>
              <a:rPr lang="es-DO" b="0" i="0" dirty="0">
                <a:solidFill>
                  <a:srgbClr val="1D2125"/>
                </a:solidFill>
                <a:effectLst/>
                <a:latin typeface="-apple-system"/>
              </a:rPr>
              <a:t>Shell Scripting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DO" b="1" dirty="0"/>
              <a:t>Facilitador: </a:t>
            </a:r>
            <a:r>
              <a:rPr lang="es-DO" dirty="0"/>
              <a:t>Kevin Feliz Hernández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DO" b="1" dirty="0"/>
              <a:t>Centro: </a:t>
            </a:r>
            <a:r>
              <a:rPr lang="es-DO" dirty="0" err="1"/>
              <a:t>Cyberclass</a:t>
            </a:r>
            <a:endParaRPr dirty="0"/>
          </a:p>
          <a:p>
            <a:pPr marL="0" indent="0">
              <a:buSzPts val="2800"/>
              <a:buNone/>
            </a:pPr>
            <a:r>
              <a:rPr lang="es-DO" b="1" dirty="0"/>
              <a:t>Práctica: </a:t>
            </a:r>
            <a:r>
              <a:rPr lang="es-ES" dirty="0"/>
              <a:t>Investigación de </a:t>
            </a:r>
            <a:r>
              <a:rPr lang="es-DO" b="0" i="0" dirty="0">
                <a:solidFill>
                  <a:srgbClr val="1D2125"/>
                </a:solidFill>
                <a:effectLst/>
                <a:latin typeface="-apple-system"/>
              </a:rPr>
              <a:t>Shell Scripting</a:t>
            </a:r>
            <a:endParaRPr dirty="0"/>
          </a:p>
          <a:p>
            <a:pPr marL="0" indent="0">
              <a:buSzPts val="2800"/>
              <a:buNone/>
            </a:pPr>
            <a:r>
              <a:rPr lang="es-DO" b="1" dirty="0"/>
              <a:t>Descripción: </a:t>
            </a:r>
            <a:r>
              <a:rPr lang="es-DO" dirty="0"/>
              <a:t>Esta es una </a:t>
            </a:r>
            <a:r>
              <a:rPr lang="es-ES" dirty="0"/>
              <a:t>investigación de conceptos avanzados de </a:t>
            </a:r>
            <a:r>
              <a:rPr lang="es-ES" b="0" i="0" dirty="0">
                <a:solidFill>
                  <a:srgbClr val="1D2125"/>
                </a:solidFill>
                <a:effectLst/>
                <a:latin typeface="-apple-system"/>
              </a:rPr>
              <a:t>Shell Scripting</a:t>
            </a:r>
          </a:p>
          <a:p>
            <a:pPr marL="0" indent="0">
              <a:buSzPts val="2800"/>
              <a:buNone/>
            </a:pPr>
            <a:r>
              <a:rPr lang="es-ES" b="1" dirty="0" err="1">
                <a:solidFill>
                  <a:srgbClr val="1D212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Github</a:t>
            </a:r>
            <a:r>
              <a:rPr lang="es-ES" b="1" dirty="0">
                <a:solidFill>
                  <a:srgbClr val="1D2125"/>
                </a:solidFill>
                <a:latin typeface="-apple-system"/>
              </a:rPr>
              <a:t>: </a:t>
            </a:r>
            <a:r>
              <a:rPr lang="es-ES" b="1" dirty="0">
                <a:solidFill>
                  <a:srgbClr val="1D2125"/>
                </a:solidFill>
                <a:latin typeface="-apple-system"/>
                <a:hlinkClick r:id="rId4"/>
              </a:rPr>
              <a:t>https://github.com/elchecho3000-blip/Ciberseguridad-bootcamp/tree/main/Shell%20Scripting</a:t>
            </a:r>
            <a:endParaRPr lang="es-ES" b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94274" y="208165"/>
            <a:ext cx="4162425" cy="219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98851" y="1098793"/>
            <a:ext cx="4654700" cy="100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6E5E9F-CCDD-31BA-C249-F142FBFACD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86934"/>
            <a:ext cx="9144000" cy="1025751"/>
          </a:xfrm>
        </p:spPr>
        <p:txBody>
          <a:bodyPr>
            <a:normAutofit/>
          </a:bodyPr>
          <a:lstStyle/>
          <a:p>
            <a:r>
              <a:rPr lang="es-ES" sz="4400" b="1" dirty="0"/>
              <a:t>Introducción</a:t>
            </a:r>
            <a:endParaRPr lang="es-DO" sz="4400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B9A73ED-0A19-04E2-C2CE-0328FC6FB2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96458"/>
            <a:ext cx="9144000" cy="2902856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es-ES" sz="9600" dirty="0">
                <a:effectLst/>
              </a:rPr>
              <a:t>El propósito de este documento es analizar cuatro áreas clave de la administración de sistemas y scripting en Windows:</a:t>
            </a:r>
          </a:p>
          <a:p>
            <a:pPr algn="l"/>
            <a:endParaRPr lang="es-ES" sz="9600" dirty="0"/>
          </a:p>
          <a:p>
            <a:pPr algn="l">
              <a:buFont typeface="+mj-lt"/>
              <a:buAutoNum type="arabicPeriod"/>
            </a:pPr>
            <a:r>
              <a:rPr lang="es-ES" sz="9600" dirty="0">
                <a:effectLst/>
              </a:rPr>
              <a:t>Políticas de ejecución en PowerShell.</a:t>
            </a:r>
            <a:endParaRPr lang="es-ES" sz="9600" dirty="0"/>
          </a:p>
          <a:p>
            <a:pPr algn="l">
              <a:buFont typeface="+mj-lt"/>
              <a:buAutoNum type="arabicPeriod"/>
            </a:pPr>
            <a:r>
              <a:rPr lang="es-ES" sz="9600" dirty="0">
                <a:effectLst/>
              </a:rPr>
              <a:t>Uso de WSL2 para ejecutar </a:t>
            </a:r>
            <a:r>
              <a:rPr lang="es-ES" sz="9600" dirty="0" err="1">
                <a:effectLst/>
              </a:rPr>
              <a:t>Bash</a:t>
            </a:r>
            <a:r>
              <a:rPr lang="es-ES" sz="9600" dirty="0">
                <a:effectLst/>
              </a:rPr>
              <a:t>.</a:t>
            </a:r>
            <a:endParaRPr lang="es-ES" sz="9600" dirty="0"/>
          </a:p>
          <a:p>
            <a:pPr algn="l">
              <a:buFont typeface="+mj-lt"/>
              <a:buAutoNum type="arabicPeriod"/>
            </a:pPr>
            <a:r>
              <a:rPr lang="es-ES" sz="9600" dirty="0">
                <a:effectLst/>
              </a:rPr>
              <a:t>Diferencias entre tuberías en CMD y PowerShell.</a:t>
            </a:r>
            <a:endParaRPr lang="es-ES" sz="9600" dirty="0"/>
          </a:p>
          <a:p>
            <a:pPr algn="l">
              <a:buFont typeface="+mj-lt"/>
              <a:buAutoNum type="arabicPeriod"/>
            </a:pPr>
            <a:r>
              <a:rPr lang="es-ES" sz="9600" dirty="0">
                <a:effectLst/>
              </a:rPr>
              <a:t>Automatización en la nube con Azure Cloud Shell.</a:t>
            </a:r>
            <a:endParaRPr lang="es-ES" sz="9600" dirty="0"/>
          </a:p>
          <a:p>
            <a:endParaRPr lang="es-DO" dirty="0"/>
          </a:p>
        </p:txBody>
      </p:sp>
    </p:spTree>
    <p:extLst>
      <p:ext uri="{BB962C8B-B14F-4D97-AF65-F5344CB8AC3E}">
        <p14:creationId xmlns:p14="http://schemas.microsoft.com/office/powerpoint/2010/main" val="551881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DEF60734-B0B2-A0BC-FAD8-857636D08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-215988"/>
            <a:ext cx="11555186" cy="1325563"/>
          </a:xfrm>
        </p:spPr>
        <p:txBody>
          <a:bodyPr/>
          <a:lstStyle/>
          <a:p>
            <a:r>
              <a:rPr lang="es-ES" b="1" dirty="0"/>
              <a:t>Políticas de Ejecución y Seguridad en PowerShell</a:t>
            </a:r>
            <a:endParaRPr lang="es-DO" b="1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8B29EA6-EFC4-EC94-7F6A-A7C0BBE3EC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19100" y="1185141"/>
            <a:ext cx="11353800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DO" altLang="es-DO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Execution</a:t>
            </a:r>
            <a:r>
              <a:rPr kumimoji="0" lang="es-DO" altLang="es-D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s-DO" altLang="es-DO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Policy</a:t>
            </a: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mecanismo de seguridad que determina si los scripts pueden 				        ejecutarse y bajo qué condiciones.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DO" altLang="es-D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DO" altLang="es-D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Modos principales</a:t>
            </a: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DO" altLang="es-D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DO" altLang="es-DO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Restricted</a:t>
            </a: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bloquea todos los scripts, solo comandos interactivos.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DO" altLang="es-DO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RemoteSigned</a:t>
            </a: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permite scripts locales sin firma, pero exige firma digital para los 	     		     descargados de internet.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DO" altLang="es-DO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Unrestricted</a:t>
            </a: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permite todos los scripts, mostrando advertencias en algunos casos.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DO" altLang="es-D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DO" altLang="es-D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Razón de Microsoft</a:t>
            </a: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evitar la ejecución accidental de scripts maliciosos y establecer 				reglas básicas de seguridad.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DO" altLang="es-D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DO" altLang="es-D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Riesgo</a:t>
            </a: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ejecutar scripts descargados sin revisión puede abrir puertas a malware, robo de 	</a:t>
            </a:r>
            <a:r>
              <a:rPr lang="es-DO" altLang="es-DO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credenciales o alteración del sistema.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B764B6C-1BDF-114E-9982-42B7E8B72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095" y="275076"/>
            <a:ext cx="9019809" cy="1325563"/>
          </a:xfrm>
        </p:spPr>
        <p:txBody>
          <a:bodyPr/>
          <a:lstStyle/>
          <a:p>
            <a:r>
              <a:rPr lang="en-US" b="1" dirty="0"/>
              <a:t>Windows Subsystem for Linux (WSL2)</a:t>
            </a:r>
            <a:endParaRPr lang="es-DO" b="1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EA263DD-05B7-28A0-C40B-098A02DFF1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600639"/>
            <a:ext cx="10798277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DO" altLang="es-D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WSL2</a:t>
            </a: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subsistema que integra un </a:t>
            </a:r>
            <a:r>
              <a:rPr kumimoji="0" lang="es-DO" altLang="es-DO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kernel</a:t>
            </a: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real de Linux en Windows mediante una           	 VM ligera, con mejor rendimiento que WSL1.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DO" altLang="es-D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DO" altLang="es-D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Permite</a:t>
            </a: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instalar distribuciones como Ubuntu y ejecutar scripts de </a:t>
            </a:r>
            <a:r>
              <a:rPr kumimoji="0" lang="es-DO" altLang="es-DO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Bash</a:t>
            </a: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    		      directamente en Windows.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DO" altLang="es-D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DO" altLang="es-D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DO" altLang="es-D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Escenarios donde </a:t>
            </a:r>
            <a:r>
              <a:rPr kumimoji="0" lang="es-DO" altLang="es-DO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Bash</a:t>
            </a:r>
            <a:r>
              <a:rPr kumimoji="0" lang="es-DO" altLang="es-D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es preferible</a:t>
            </a: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DO" altLang="es-D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Administración de servidores Linux.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Uso de herramientas clásicas (grep, sed, </a:t>
            </a:r>
            <a:r>
              <a:rPr kumimoji="0" lang="es-DO" altLang="es-DO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awk</a:t>
            </a: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Automatización en entornos DevOps y despliegues web.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DO" altLang="es-D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D064E046-DF31-ABF2-B452-A221756AF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836" y="327085"/>
            <a:ext cx="6320328" cy="1325563"/>
          </a:xfrm>
        </p:spPr>
        <p:txBody>
          <a:bodyPr/>
          <a:lstStyle/>
          <a:p>
            <a:r>
              <a:rPr lang="es-ES" b="1" dirty="0"/>
              <a:t>El uso de "Pipe" y Objetos</a:t>
            </a:r>
            <a:endParaRPr lang="es-DO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5ABF045-3CA1-E398-3B92-5077AABA18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9150" y="1343818"/>
            <a:ext cx="105537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DO" altLang="es-D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DO" altLang="es-D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CMD</a:t>
            </a: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tuberías transmiten texto plano (bytes), lo que obliga a usar herramientas 	externas para filtrar.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DO" altLang="es-D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DO" altLang="es-D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PowerShell</a:t>
            </a: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tuberías transmiten </a:t>
            </a:r>
            <a:r>
              <a:rPr kumimoji="0" lang="es-DO" altLang="es-D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objetos .NET</a:t>
            </a: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con propiedades y métodos, lo que 	            permite manipulación más robusta.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DO" altLang="es-D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DO" altLang="es-D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Ejemplo práctico</a:t>
            </a: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filtrar servicios detenidos.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DO" altLang="es-D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DO" altLang="es-DO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Get-Service</a:t>
            </a: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  <a:r>
              <a:rPr kumimoji="0" lang="es-DO" altLang="es-DO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Where-Object</a:t>
            </a: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{ $_.Status -</a:t>
            </a:r>
            <a:r>
              <a:rPr kumimoji="0" lang="es-DO" altLang="es-DO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eq</a:t>
            </a: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'</a:t>
            </a:r>
            <a:r>
              <a:rPr kumimoji="0" lang="es-DO" altLang="es-DO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Stopped</a:t>
            </a: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’ 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DO" altLang="es-D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Este comando devuelve solo los servicios cuyo estado es “</a:t>
            </a:r>
            <a:r>
              <a:rPr kumimoji="0" lang="es-DO" altLang="es-DO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Stopped</a:t>
            </a: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”.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E1372EB4-7E5C-E993-46EE-F4898DA02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42" y="670429"/>
            <a:ext cx="11132516" cy="1325563"/>
          </a:xfrm>
        </p:spPr>
        <p:txBody>
          <a:bodyPr/>
          <a:lstStyle/>
          <a:p>
            <a:r>
              <a:rPr lang="es-ES" b="1" dirty="0"/>
              <a:t>Automatización en la Nube (Azure Cloud Shell)</a:t>
            </a:r>
            <a:endParaRPr lang="es-DO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68FB4AD-C488-FA79-378E-A01CF10033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2477801"/>
            <a:ext cx="10976429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DO" altLang="es-D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Azure Cloud Shell</a:t>
            </a: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entorno interactivo accesible desde navegador, con 				          autenticación automática y soporte para </a:t>
            </a:r>
            <a:r>
              <a:rPr kumimoji="0" lang="es-DO" altLang="es-DO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Bash</a:t>
            </a:r>
            <a:r>
              <a:rPr kumimoji="0" lang="es-DO" altLang="es-D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o PowerShell</a:t>
            </a: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DO" altLang="es-D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DO" altLang="es-D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Uso de PowerShell en la nube</a:t>
            </a: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los mismos </a:t>
            </a:r>
            <a:r>
              <a:rPr kumimoji="0" lang="es-DO" altLang="es-DO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cmdlets</a:t>
            </a: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aprendidos en local (ej. </a:t>
            </a:r>
            <a:r>
              <a:rPr kumimoji="0" lang="es-DO" altLang="es-DO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Get</a:t>
            </a: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-					      </a:t>
            </a:r>
            <a:r>
              <a:rPr kumimoji="0" lang="es-DO" altLang="es-DO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AzVM</a:t>
            </a: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Set-</a:t>
            </a:r>
            <a:r>
              <a:rPr kumimoji="0" lang="es-DO" altLang="es-DO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AzContext</a:t>
            </a: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 se aplican para administrar 				      máquinas virtuales, redes y bases de datos en Azure.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DO" altLang="es-D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DO" altLang="es-D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Ventaja</a:t>
            </a: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no requiere instalación ni configuración local; siempre actualizado y seguro.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7EAD80-50F7-9108-32D3-915F5C9BB7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1334"/>
            <a:ext cx="9144000" cy="1025751"/>
          </a:xfrm>
        </p:spPr>
        <p:txBody>
          <a:bodyPr>
            <a:normAutofit fontScale="90000"/>
          </a:bodyPr>
          <a:lstStyle/>
          <a:p>
            <a:r>
              <a:rPr lang="es-ES" sz="4400" b="1" dirty="0"/>
              <a:t>Aporte Personal</a:t>
            </a:r>
            <a:br>
              <a:rPr lang="es-ES" b="1" dirty="0"/>
            </a:br>
            <a:endParaRPr lang="es-D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6D68756-4806-2913-3BD2-914537E21A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1" y="2264228"/>
            <a:ext cx="9296399" cy="2329544"/>
          </a:xfrm>
        </p:spPr>
        <p:txBody>
          <a:bodyPr>
            <a:normAutofit/>
          </a:bodyPr>
          <a:lstStyle/>
          <a:p>
            <a:pPr algn="l"/>
            <a:r>
              <a:rPr lang="es-ES" sz="2600" dirty="0">
                <a:effectLst/>
              </a:rPr>
              <a:t>     De todas estas tecnologías, considero que </a:t>
            </a:r>
            <a:r>
              <a:rPr lang="es-ES" sz="2600" b="1" dirty="0">
                <a:effectLst/>
              </a:rPr>
              <a:t>WSL2</a:t>
            </a:r>
            <a:r>
              <a:rPr lang="es-ES" sz="2600" dirty="0">
                <a:effectLst/>
              </a:rPr>
              <a:t> es la más útil para mi carrera profesional. Permite combinar la potencia de Linux con la comodidad de Windows, facilitando el aprendizaje de </a:t>
            </a:r>
            <a:r>
              <a:rPr lang="es-ES" sz="2600" dirty="0" err="1">
                <a:effectLst/>
              </a:rPr>
              <a:t>Bash</a:t>
            </a:r>
            <a:r>
              <a:rPr lang="es-ES" sz="2600" dirty="0">
                <a:effectLst/>
              </a:rPr>
              <a:t> y la interoperabilidad en entornos mixtos, algo esencial en administración de sistemas y ciberseguridad.</a:t>
            </a:r>
            <a:endParaRPr lang="es-ES" sz="2600" dirty="0"/>
          </a:p>
          <a:p>
            <a:endParaRPr lang="es-DO" dirty="0"/>
          </a:p>
        </p:txBody>
      </p:sp>
    </p:spTree>
    <p:extLst>
      <p:ext uri="{BB962C8B-B14F-4D97-AF65-F5344CB8AC3E}">
        <p14:creationId xmlns:p14="http://schemas.microsoft.com/office/powerpoint/2010/main" val="1086657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D70980-5EE3-A6B1-7D02-B286971C6E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67694"/>
          </a:xfrm>
        </p:spPr>
        <p:txBody>
          <a:bodyPr>
            <a:normAutofit/>
          </a:bodyPr>
          <a:lstStyle/>
          <a:p>
            <a:r>
              <a:rPr lang="es-ES" sz="4400" b="1" dirty="0"/>
              <a:t>Bibliografía</a:t>
            </a:r>
            <a:endParaRPr lang="es-DO" sz="44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1B9DAC0-B434-A713-3123-0AEEE9E8894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39730" y="2719958"/>
            <a:ext cx="951254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DO" altLang="es-D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Microsoft </a:t>
            </a:r>
            <a:r>
              <a:rPr kumimoji="0" lang="es-DO" altLang="es-D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Learn</a:t>
            </a:r>
            <a:r>
              <a:rPr kumimoji="0" lang="es-DO" altLang="es-D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kumimoji="0" lang="es-DO" altLang="es-D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about_Execution_Policies</a:t>
            </a:r>
            <a:r>
              <a:rPr kumimoji="0" lang="es-DO" altLang="es-D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s-DO" altLang="es-D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hlinkClick r:id="rId2" tooltip="www.bing.com"/>
              </a:rPr>
              <a:t>(learn.microsoft.com in Bing)</a:t>
            </a:r>
            <a:endParaRPr kumimoji="0" lang="es-DO" altLang="es-D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DO" altLang="es-D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Microsoft </a:t>
            </a:r>
            <a:r>
              <a:rPr kumimoji="0" lang="es-DO" altLang="es-D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Learn</a:t>
            </a:r>
            <a:r>
              <a:rPr kumimoji="0" lang="es-DO" altLang="es-D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– Set-</a:t>
            </a:r>
            <a:r>
              <a:rPr kumimoji="0" lang="es-DO" altLang="es-D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ExecutionPolicy</a:t>
            </a:r>
            <a:r>
              <a:rPr kumimoji="0" lang="es-DO" altLang="es-D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s-DO" altLang="es-D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hlinkClick r:id="rId3" tooltip="www.bing.com"/>
              </a:rPr>
              <a:t>(learn.microsoft.com in Bing)</a:t>
            </a:r>
            <a:endParaRPr kumimoji="0" lang="es-DO" altLang="es-D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DO" altLang="es-D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PcHardwarePro</a:t>
            </a:r>
            <a:r>
              <a:rPr kumimoji="0" lang="es-DO" altLang="es-D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kumimoji="0" lang="es-DO" altLang="es-DO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Bash</a:t>
            </a:r>
            <a:r>
              <a:rPr kumimoji="0" lang="es-DO" altLang="es-DO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Scripting </a:t>
            </a:r>
            <a:r>
              <a:rPr kumimoji="0" lang="es-DO" altLang="es-DO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on</a:t>
            </a:r>
            <a:r>
              <a:rPr kumimoji="0" lang="es-DO" altLang="es-DO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Windows </a:t>
            </a:r>
            <a:r>
              <a:rPr kumimoji="0" lang="es-DO" altLang="es-DO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kumimoji="0" lang="es-DO" altLang="es-DO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WSL</a:t>
            </a:r>
            <a:endParaRPr kumimoji="0" lang="es-DO" altLang="es-D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DO" altLang="es-D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Windows Noticias – </a:t>
            </a:r>
            <a:r>
              <a:rPr kumimoji="0" lang="es-DO" altLang="es-DO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Cómo crear scripts de </a:t>
            </a:r>
            <a:r>
              <a:rPr kumimoji="0" lang="es-DO" altLang="es-DO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Bash</a:t>
            </a:r>
            <a:r>
              <a:rPr kumimoji="0" lang="es-DO" altLang="es-DO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en Windows con WSL</a:t>
            </a:r>
            <a:endParaRPr kumimoji="0" lang="es-DO" altLang="es-D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DO" altLang="es-D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LinuxSimply</a:t>
            </a:r>
            <a:r>
              <a:rPr kumimoji="0" lang="es-DO" altLang="es-D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kumimoji="0" lang="es-DO" altLang="es-DO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Bash</a:t>
            </a:r>
            <a:r>
              <a:rPr kumimoji="0" lang="es-DO" altLang="es-DO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vs PowerShell Quick </a:t>
            </a:r>
            <a:r>
              <a:rPr kumimoji="0" lang="es-DO" altLang="es-DO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Comparison</a:t>
            </a:r>
            <a:endParaRPr kumimoji="0" lang="es-DO" altLang="es-D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DO" altLang="es-D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Microsoft </a:t>
            </a:r>
            <a:r>
              <a:rPr kumimoji="0" lang="es-DO" altLang="es-D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Learn</a:t>
            </a:r>
            <a:r>
              <a:rPr kumimoji="0" lang="es-DO" altLang="es-D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kumimoji="0" lang="es-DO" altLang="es-D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Where-Object</a:t>
            </a:r>
            <a:r>
              <a:rPr kumimoji="0" lang="es-DO" altLang="es-D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s-DO" altLang="es-D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hlinkClick r:id="rId4" tooltip="www.bing.com"/>
              </a:rPr>
              <a:t>(learn.microsoft.com in Bing)</a:t>
            </a:r>
            <a:endParaRPr kumimoji="0" lang="es-DO" altLang="es-D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DO" altLang="es-D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Microsoft </a:t>
            </a:r>
            <a:r>
              <a:rPr kumimoji="0" lang="es-DO" altLang="es-D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Docs</a:t>
            </a:r>
            <a:r>
              <a:rPr kumimoji="0" lang="es-DO" altLang="es-D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kumimoji="0" lang="es-DO" altLang="es-DO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Azure Cloud Shell </a:t>
            </a:r>
            <a:r>
              <a:rPr kumimoji="0" lang="es-DO" altLang="es-DO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Overview</a:t>
            </a:r>
            <a:endParaRPr kumimoji="0" lang="es-DO" altLang="es-D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14866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621</Words>
  <Application>Microsoft Office PowerPoint</Application>
  <PresentationFormat>Panorámica</PresentationFormat>
  <Paragraphs>65</Paragraphs>
  <Slides>8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-apple-system</vt:lpstr>
      <vt:lpstr>Arial</vt:lpstr>
      <vt:lpstr>Calibri</vt:lpstr>
      <vt:lpstr>Tema de Office</vt:lpstr>
      <vt:lpstr>Presentación de PowerPoint</vt:lpstr>
      <vt:lpstr>Introducción</vt:lpstr>
      <vt:lpstr>Políticas de Ejecución y Seguridad en PowerShell</vt:lpstr>
      <vt:lpstr>Windows Subsystem for Linux (WSL2)</vt:lpstr>
      <vt:lpstr>El uso de "Pipe" y Objetos</vt:lpstr>
      <vt:lpstr>Automatización en la Nube (Azure Cloud Shell)</vt:lpstr>
      <vt:lpstr>Aporte Personal </vt:lpstr>
      <vt:lpstr>Bibliografía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Luis Reyes</dc:creator>
  <cp:lastModifiedBy>Luis Reyes Volquez</cp:lastModifiedBy>
  <cp:revision>1</cp:revision>
  <dcterms:created xsi:type="dcterms:W3CDTF">2026-03-31T00:35:05Z</dcterms:created>
  <dcterms:modified xsi:type="dcterms:W3CDTF">2026-05-17T22:50:33Z</dcterms:modified>
</cp:coreProperties>
</file>