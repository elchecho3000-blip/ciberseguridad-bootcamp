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 smtClean="0"/>
              <a:t>route</a:t>
            </a:r>
            <a:r>
              <a:rPr lang="es-ES" dirty="0" smtClean="0"/>
              <a:t> </a:t>
            </a:r>
            <a:r>
              <a:rPr lang="es-ES" dirty="0" err="1" smtClean="0"/>
              <a:t>print</a:t>
            </a:r>
            <a:r>
              <a:rPr lang="es-ES" dirty="0" smtClean="0"/>
              <a:t> 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/>
              <a:t>route</a:t>
            </a:r>
            <a:r>
              <a:rPr lang="es-ES" dirty="0"/>
              <a:t> </a:t>
            </a:r>
            <a:r>
              <a:rPr lang="es-ES" dirty="0" err="1" smtClean="0"/>
              <a:t>print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</a:t>
            </a:r>
            <a:r>
              <a:rPr lang="es-ES" dirty="0" smtClean="0"/>
              <a:t>mostrar la tabla de </a:t>
            </a:r>
            <a:r>
              <a:rPr lang="es-ES" dirty="0" err="1" smtClean="0"/>
              <a:t>enrutaminento</a:t>
            </a:r>
            <a:r>
              <a:rPr lang="es-ES" dirty="0" smtClean="0"/>
              <a:t>.</a:t>
            </a:r>
            <a:endParaRPr lang="es-DO" dirty="0"/>
          </a:p>
        </p:txBody>
      </p:sp>
      <p:pic>
        <p:nvPicPr>
          <p:cNvPr id="21" name="Marcador de contenido 2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691105"/>
            <a:ext cx="5705475" cy="5816441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6" y="3058959"/>
            <a:ext cx="5105703" cy="3448588"/>
          </a:xfrm>
          <a:prstGeom prst="rect">
            <a:avLst/>
          </a:prstGeom>
        </p:spPr>
      </p:pic>
      <p:sp>
        <p:nvSpPr>
          <p:cNvPr id="23" name="Rectángulo redondeado 22"/>
          <p:cNvSpPr/>
          <p:nvPr/>
        </p:nvSpPr>
        <p:spPr>
          <a:xfrm>
            <a:off x="1162594" y="3997234"/>
            <a:ext cx="2586446" cy="7576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4" name="Rectángulo redondeado 23"/>
          <p:cNvSpPr/>
          <p:nvPr/>
        </p:nvSpPr>
        <p:spPr>
          <a:xfrm>
            <a:off x="1201783" y="4937760"/>
            <a:ext cx="2521131" cy="9666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5" name="Rectángulo redondeado 24"/>
          <p:cNvSpPr/>
          <p:nvPr/>
        </p:nvSpPr>
        <p:spPr>
          <a:xfrm>
            <a:off x="6383383" y="1240971"/>
            <a:ext cx="1415143" cy="627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6" name="Rectángulo redondeado 25"/>
          <p:cNvSpPr/>
          <p:nvPr/>
        </p:nvSpPr>
        <p:spPr>
          <a:xfrm>
            <a:off x="6273164" y="3005582"/>
            <a:ext cx="5314951" cy="2740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7" name="Rectángulo redondeado 26"/>
          <p:cNvSpPr/>
          <p:nvPr/>
        </p:nvSpPr>
        <p:spPr>
          <a:xfrm>
            <a:off x="6779623" y="6152606"/>
            <a:ext cx="3017520" cy="78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29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Introduccion a las redes (CCNA1)</vt:lpstr>
      <vt:lpstr>Comando route print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33</cp:revision>
  <dcterms:created xsi:type="dcterms:W3CDTF">2026-01-19T16:27:51Z</dcterms:created>
  <dcterms:modified xsi:type="dcterms:W3CDTF">2026-01-22T16:06:04Z</dcterms:modified>
</cp:coreProperties>
</file>