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70" r:id="rId10"/>
    <p:sldId id="269" r:id="rId11"/>
  </p:sldIdLst>
  <p:sldSz cx="12192000" cy="6858000"/>
  <p:notesSz cx="6858000" cy="9144000"/>
  <p:defaultTextStyle>
    <a:defPPr>
      <a:defRPr lang="es-D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8860E-61B4-4EEF-ABAB-C0D4C68502A2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D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C016F-4F10-40CA-8A61-A1787B77C805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242384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60717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05120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793139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58472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053707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366611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839501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98293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770771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652400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490222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015817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486729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D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lchecho3000-blip/Ciberseguridad-bootcamp/tree/main/Vulnerabilidades%20en%20paginas%20We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439100" y="2489200"/>
            <a:ext cx="11525100" cy="43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Participante: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Luis Ramon Reyes Volquez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Facilitador: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Kevin Feliz Henríquez 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b="1" dirty="0">
                <a:latin typeface="Verdana"/>
                <a:ea typeface="Verdana"/>
                <a:cs typeface="Verdana"/>
                <a:sym typeface="Verdana"/>
              </a:rPr>
              <a:t>Técnico: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Ciberseguridad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Módulo: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Fundamentos de ciberseguridad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b="1" dirty="0">
                <a:latin typeface="Verdana"/>
                <a:ea typeface="Verdana"/>
                <a:cs typeface="Verdana"/>
                <a:sym typeface="Verdana"/>
              </a:rPr>
              <a:t>Centro: </a:t>
            </a:r>
            <a:r>
              <a:rPr lang="es-ES" dirty="0" err="1">
                <a:latin typeface="Verdana"/>
                <a:ea typeface="Verdana"/>
                <a:cs typeface="Verdana"/>
                <a:sym typeface="Verdana"/>
              </a:rPr>
              <a:t>Cyberclass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lvl="0" algn="l">
              <a:buClr>
                <a:schemeClr val="dk1"/>
              </a:buClr>
              <a:buSzPts val="2400"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Practica: </a:t>
            </a:r>
            <a:r>
              <a:rPr lang="es-DO" dirty="0" smtClean="0">
                <a:latin typeface="Verdana"/>
                <a:ea typeface="Verdana"/>
                <a:cs typeface="Verdana"/>
                <a:sym typeface="Verdana"/>
              </a:rPr>
              <a:t>Reto</a:t>
            </a:r>
            <a:r>
              <a:rPr lang="es-DO" b="1" dirty="0" smtClean="0"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lang="es-ES" dirty="0" smtClean="0">
                <a:latin typeface="Verdana"/>
                <a:ea typeface="Verdana"/>
                <a:cs typeface="Verdana"/>
                <a:sym typeface="Verdana"/>
              </a:rPr>
              <a:t>#3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– </a:t>
            </a:r>
            <a:r>
              <a:rPr lang="es-DO" dirty="0" err="1">
                <a:latin typeface="Verdana" panose="020B0604030504040204" pitchFamily="34" charset="0"/>
                <a:ea typeface="Verdana" panose="020B0604030504040204" pitchFamily="34" charset="0"/>
              </a:rPr>
              <a:t>LocalStorage</a:t>
            </a:r>
            <a:r>
              <a:rPr lang="es-DO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s-DO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Manipulation</a:t>
            </a:r>
            <a:endParaRPr lang="es-DO" dirty="0" smtClean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lvl="0" algn="l">
              <a:buClr>
                <a:schemeClr val="dk1"/>
              </a:buClr>
              <a:buSzPts val="2400"/>
            </a:pPr>
            <a:r>
              <a:rPr lang="es-DO" b="1" dirty="0" smtClean="0">
                <a:latin typeface="Verdana"/>
                <a:ea typeface="Verdana"/>
                <a:cs typeface="Verdana"/>
                <a:sym typeface="Verdana"/>
              </a:rPr>
              <a:t>Descripción: </a:t>
            </a:r>
            <a:r>
              <a:rPr lang="es-DO" dirty="0" smtClean="0">
                <a:latin typeface="Verdana"/>
                <a:ea typeface="Verdana"/>
                <a:cs typeface="Verdana"/>
                <a:sym typeface="Verdana"/>
              </a:rPr>
              <a:t>En esta practica encontraré una vulnerabilidad que deja expuesta las credenciales para el </a:t>
            </a:r>
            <a:r>
              <a:rPr lang="es-DO" dirty="0" err="1" smtClean="0">
                <a:latin typeface="Verdana"/>
                <a:ea typeface="Verdana"/>
                <a:cs typeface="Verdana"/>
                <a:sym typeface="Verdana"/>
              </a:rPr>
              <a:t>logueo</a:t>
            </a:r>
            <a:r>
              <a:rPr lang="es-DO" dirty="0" smtClean="0">
                <a:latin typeface="Verdana"/>
                <a:ea typeface="Verdana"/>
                <a:cs typeface="Verdana"/>
                <a:sym typeface="Verdana"/>
              </a:rPr>
              <a:t> de una pagina web</a:t>
            </a:r>
            <a:endParaRPr lang="es-DO" dirty="0"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86" name="Google Shape;8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652" y="475372"/>
            <a:ext cx="2342695" cy="170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47521" y="670276"/>
            <a:ext cx="9535886" cy="536428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En primer lugar accedemos a la pagina web a vulnerar 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614" y="1344327"/>
            <a:ext cx="11107700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97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25044" y="666206"/>
            <a:ext cx="8472540" cy="737099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P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robamos </a:t>
            </a:r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clickeando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“Actualizar estado”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27" y="1256823"/>
            <a:ext cx="10917174" cy="482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4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2470707" y="656817"/>
            <a:ext cx="7419702" cy="571092"/>
          </a:xfrm>
        </p:spPr>
        <p:txBody>
          <a:bodyPr>
            <a:normAutofit fontScale="90000"/>
          </a:bodyPr>
          <a:lstStyle/>
          <a:p>
            <a:pPr algn="ctr"/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Inspeccionamos el botón 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“Actualizar estado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” y analizamos el código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469" y="1542133"/>
            <a:ext cx="7405940" cy="4806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404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1727651" y="259651"/>
            <a:ext cx="8364585" cy="1162595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Analizamos e investigamos el código y luego aplicamos lo investigado pulsando las opciones </a:t>
            </a:r>
            <a:b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de herramientas y después en </a:t>
            </a:r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Application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766" y="1552874"/>
            <a:ext cx="6102353" cy="492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2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1449977" y="418011"/>
            <a:ext cx="9627326" cy="1515292"/>
          </a:xfrm>
        </p:spPr>
        <p:txBody>
          <a:bodyPr>
            <a:normAutofit/>
          </a:bodyPr>
          <a:lstStyle/>
          <a:p>
            <a:pPr algn="ctr"/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Clickeamos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en “Local </a:t>
            </a:r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storage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” y luego en el enlace de la página web, al hacer esto nos arroja unos valores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841" y="2199816"/>
            <a:ext cx="7600899" cy="3926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355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2351316" y="600890"/>
            <a:ext cx="7432766" cy="1084218"/>
          </a:xfrm>
        </p:spPr>
        <p:txBody>
          <a:bodyPr>
            <a:normAutofit/>
          </a:bodyPr>
          <a:lstStyle/>
          <a:p>
            <a:pPr algn="ctr"/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De estos valores cambiaremos 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“</a:t>
            </a:r>
            <a:r>
              <a:rPr lang="es-ES" sz="2400" b="1" dirty="0" err="1">
                <a:latin typeface="Verdana" panose="020B0604030504040204" pitchFamily="34" charset="0"/>
                <a:ea typeface="Verdana" panose="020B0604030504040204" pitchFamily="34" charset="0"/>
              </a:rPr>
              <a:t>guest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”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/>
            </a:r>
            <a:b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por 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“</a:t>
            </a:r>
            <a:r>
              <a:rPr lang="es-ES" sz="2400" b="1" dirty="0" err="1">
                <a:latin typeface="Verdana" panose="020B0604030504040204" pitchFamily="34" charset="0"/>
                <a:ea typeface="Verdana" panose="020B0604030504040204" pitchFamily="34" charset="0"/>
              </a:rPr>
              <a:t>admin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”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y 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luego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presionamos “</a:t>
            </a:r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enter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”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262" y="1685108"/>
            <a:ext cx="6326874" cy="456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513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877389" y="434401"/>
            <a:ext cx="10437222" cy="574767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Y listo,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al actualizar </a:t>
            </a:r>
            <a:r>
              <a:rPr lang="es-ES" sz="2400" b="1" dirty="0">
                <a:latin typeface="Verdana" panose="020B0604030504040204" pitchFamily="34" charset="0"/>
                <a:ea typeface="Verdana" panose="020B0604030504040204" pitchFamily="34" charset="0"/>
              </a:rPr>
              <a:t>l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a página vemos que obtuvimos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acceso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1152860"/>
            <a:ext cx="10936226" cy="494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30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2132509" y="2217511"/>
            <a:ext cx="7926977" cy="2942318"/>
          </a:xfrm>
        </p:spPr>
        <p:txBody>
          <a:bodyPr>
            <a:normAutofit/>
          </a:bodyPr>
          <a:lstStyle/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Usar F12 para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acceder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a las herramientas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del navegador.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Usar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herramientas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del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navegador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web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Utilizar la herramienta </a:t>
            </a:r>
            <a:r>
              <a:rPr lang="es-ES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Application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en la web.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Inspeccionar un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botón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web 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Leer código HTML y </a:t>
            </a:r>
            <a:r>
              <a:rPr lang="es-DO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Javascript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Aprovechar las vulnerabilidades del almacenamiento local.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Tener mas conciencia a la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hora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de programar un sitio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web.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s-DO" dirty="0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3418113" y="1227275"/>
            <a:ext cx="5355771" cy="732155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Lo aprendido en esta práctica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5376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2144749" y="1863269"/>
            <a:ext cx="7876364" cy="1546137"/>
          </a:xfrm>
        </p:spPr>
        <p:txBody>
          <a:bodyPr>
            <a:normAutofit/>
          </a:bodyPr>
          <a:lstStyle/>
          <a:p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No 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utilizar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el almacenamiento local de la 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aplicación 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para guardar valores que otorgan acceso.</a:t>
            </a:r>
          </a:p>
          <a:p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Utilizar métodos de </a:t>
            </a:r>
            <a:r>
              <a:rPr lang="es-ES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encriptamiento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sofisticados.</a:t>
            </a:r>
            <a:endParaRPr lang="es-ES" sz="2000" dirty="0" smtClean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Tener un servidor 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para almacenar datos de acceso.</a:t>
            </a:r>
            <a:endParaRPr lang="es-DO" sz="2000" dirty="0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2351851" y="1022168"/>
            <a:ext cx="7488286" cy="640714"/>
          </a:xfrm>
        </p:spPr>
        <p:txBody>
          <a:bodyPr>
            <a:normAutofit fontScale="90000"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Medidas que podemos utilizar para evitar esto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ítulo 1"/>
          <p:cNvSpPr txBox="1">
            <a:spLocks/>
          </p:cNvSpPr>
          <p:nvPr/>
        </p:nvSpPr>
        <p:spPr>
          <a:xfrm>
            <a:off x="4679763" y="3854178"/>
            <a:ext cx="2832463" cy="65377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2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Link de </a:t>
            </a:r>
            <a:r>
              <a:rPr lang="es-ES" sz="22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Github</a:t>
            </a:r>
            <a:endParaRPr lang="es-DO" sz="22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616524" y="4708343"/>
            <a:ext cx="8958943" cy="914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  <a:hlinkClick r:id="rId2"/>
              </a:rPr>
              <a:t>https://github.com/elchecho3000-blip/Ciberseguridad-bootcamp/tree/main/Vulnerabilidades%20en%20paginas%20Web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0695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233</Words>
  <Application>Microsoft Office PowerPoint</Application>
  <PresentationFormat>Panorámica</PresentationFormat>
  <Paragraphs>28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Verdana</vt:lpstr>
      <vt:lpstr>Tema de Office</vt:lpstr>
      <vt:lpstr>Presentación de PowerPoint</vt:lpstr>
      <vt:lpstr>En primer lugar accedemos a la pagina web a vulnerar </vt:lpstr>
      <vt:lpstr>Probamos clickeando “Actualizar estado”</vt:lpstr>
      <vt:lpstr>Inspeccionamos el botón “Actualizar estado” y analizamos el código</vt:lpstr>
      <vt:lpstr>Analizamos e investigamos el código y luego aplicamos lo investigado pulsando las opciones  de herramientas y después en Application</vt:lpstr>
      <vt:lpstr>Clickeamos en “Local storage” y luego en el enlace de la página web, al hacer esto nos arroja unos valores</vt:lpstr>
      <vt:lpstr>De estos valores cambiaremos “guest”  por “admin” y luego presionamos “enter”</vt:lpstr>
      <vt:lpstr>Y listo, al actualizar la página vemos que obtuvimos acceso</vt:lpstr>
      <vt:lpstr>Lo aprendido en esta práctica</vt:lpstr>
      <vt:lpstr>Medidas que podemos utilizar para evitar esto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Reyes</dc:creator>
  <cp:lastModifiedBy>Cuenta Microsoft</cp:lastModifiedBy>
  <cp:revision>32</cp:revision>
  <dcterms:created xsi:type="dcterms:W3CDTF">2026-03-26T15:43:05Z</dcterms:created>
  <dcterms:modified xsi:type="dcterms:W3CDTF">2026-04-03T23:47:35Z</dcterms:modified>
</cp:coreProperties>
</file>