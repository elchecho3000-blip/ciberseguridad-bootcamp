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60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461910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948138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301363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05858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126150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894391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7789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634897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36189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028706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473527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930675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Introduccion</a:t>
            </a:r>
            <a:r>
              <a:rPr lang="es-ES" dirty="0"/>
              <a:t> a las redes (CCNA1)</a:t>
            </a:r>
            <a:endParaRPr lang="es-DO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Comandos net </a:t>
            </a:r>
            <a:r>
              <a:rPr lang="es-ES" dirty="0" err="1"/>
              <a:t>user</a:t>
            </a:r>
            <a:r>
              <a:rPr lang="es-ES" dirty="0"/>
              <a:t> para CMD de Windows</a:t>
            </a:r>
          </a:p>
          <a:p>
            <a:r>
              <a:rPr lang="es-ES" dirty="0"/>
              <a:t>Luis Reyes </a:t>
            </a:r>
            <a:r>
              <a:rPr lang="es-ES" dirty="0" err="1"/>
              <a:t>Volquez</a:t>
            </a:r>
            <a:endParaRPr lang="es-ES" dirty="0"/>
          </a:p>
          <a:p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2934421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Comando net </a:t>
            </a:r>
            <a:r>
              <a:rPr lang="es-ES" dirty="0" err="1"/>
              <a:t>user</a:t>
            </a:r>
            <a:r>
              <a:rPr lang="es-ES" dirty="0"/>
              <a:t> 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ES" dirty="0"/>
              <a:t>Se utiliza para ver los usuarios actuales en el SO, con excepción de los de mayor </a:t>
            </a:r>
            <a:r>
              <a:rPr lang="es-ES" dirty="0" err="1"/>
              <a:t>jerarquia</a:t>
            </a:r>
            <a:r>
              <a:rPr lang="es-ES" dirty="0"/>
              <a:t>.</a:t>
            </a:r>
            <a:endParaRPr lang="es-DO" dirty="0"/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xmlns="" id="{63D71A47-7033-5665-1117-E24048E956E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2" y="1945369"/>
            <a:ext cx="5181600" cy="205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375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756BFD9-F4BD-0261-5932-6807B5597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7954189-7413-584B-39AB-3A3566725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Comando net </a:t>
            </a:r>
            <a:r>
              <a:rPr lang="es-ES" dirty="0" err="1"/>
              <a:t>user</a:t>
            </a:r>
            <a:r>
              <a:rPr lang="es-ES" dirty="0"/>
              <a:t> [usuario]</a:t>
            </a:r>
            <a:endParaRPr lang="es-D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22CD6599-C9F1-84C6-26DE-C82ACBF66C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ES" dirty="0"/>
              <a:t>Se utiliza para ver mas datos </a:t>
            </a:r>
          </a:p>
          <a:p>
            <a:pPr marL="0" indent="0">
              <a:buNone/>
            </a:pPr>
            <a:r>
              <a:rPr lang="es-ES" dirty="0"/>
              <a:t>del usuario, cuando </a:t>
            </a:r>
            <a:r>
              <a:rPr lang="es-ES" dirty="0" smtClean="0"/>
              <a:t>creó </a:t>
            </a:r>
            <a:r>
              <a:rPr lang="es-ES" dirty="0"/>
              <a:t>la contraseña, cuando expira, cuando se modifico, a cuales grupos pertenece el usuario.</a:t>
            </a:r>
            <a:endParaRPr lang="es-DO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xmlns="" id="{24E4D97F-4505-36F8-7D73-BD88CC6946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xmlns="" id="{833FE9B5-A657-D833-77CA-82897A7F8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7727" y="1790366"/>
            <a:ext cx="6125430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263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5BFA417-C7F5-06B4-AD04-3378EEB48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9C63E66-B265-AF9F-F41A-98F40E973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Comando net </a:t>
            </a:r>
            <a:r>
              <a:rPr lang="es-ES" dirty="0" err="1" smtClean="0"/>
              <a:t>user</a:t>
            </a:r>
            <a:r>
              <a:rPr lang="es-ES" dirty="0"/>
              <a:t> [usuario</a:t>
            </a:r>
            <a:r>
              <a:rPr lang="es-ES" dirty="0" smtClean="0"/>
              <a:t>] /</a:t>
            </a:r>
            <a:r>
              <a:rPr lang="es-ES" dirty="0" err="1" smtClean="0"/>
              <a:t>add</a:t>
            </a:r>
            <a:r>
              <a:rPr lang="es-ES" dirty="0" smtClean="0"/>
              <a:t> </a:t>
            </a:r>
            <a:endParaRPr lang="es-D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EBF406D3-4B46-B9D4-FB81-53D8332B98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ES" dirty="0"/>
              <a:t>Se utiliza para </a:t>
            </a:r>
            <a:r>
              <a:rPr lang="es-ES" dirty="0" smtClean="0"/>
              <a:t>crear un nuevo usuario.</a:t>
            </a:r>
            <a:endParaRPr lang="es-DO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24006" y="1919464"/>
            <a:ext cx="5181600" cy="241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750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5BFA417-C7F5-06B4-AD04-3378EEB48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9C63E66-B265-AF9F-F41A-98F40E973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Comando net </a:t>
            </a:r>
            <a:r>
              <a:rPr lang="es-ES" dirty="0" err="1" smtClean="0"/>
              <a:t>user</a:t>
            </a:r>
            <a:r>
              <a:rPr lang="es-ES" dirty="0"/>
              <a:t> [usuario</a:t>
            </a:r>
            <a:r>
              <a:rPr lang="es-ES" dirty="0" smtClean="0"/>
              <a:t>] [contraseña]</a:t>
            </a:r>
            <a:endParaRPr lang="es-D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EBF406D3-4B46-B9D4-FB81-53D8332B98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ES" dirty="0"/>
              <a:t>Se utiliza para </a:t>
            </a:r>
            <a:r>
              <a:rPr lang="es-ES" dirty="0" smtClean="0"/>
              <a:t>crearle una contraseña a un usuario o cambiarla.</a:t>
            </a:r>
            <a:endParaRPr lang="es-DO" dirty="0"/>
          </a:p>
        </p:txBody>
      </p:sp>
      <p:pic>
        <p:nvPicPr>
          <p:cNvPr id="6" name="Marcador de contenido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19800" y="1825625"/>
            <a:ext cx="5181600" cy="291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578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5BFA417-C7F5-06B4-AD04-3378EEB48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9C63E66-B265-AF9F-F41A-98F40E973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Comando net </a:t>
            </a:r>
            <a:r>
              <a:rPr lang="es-ES" dirty="0" err="1" smtClean="0"/>
              <a:t>user</a:t>
            </a:r>
            <a:r>
              <a:rPr lang="es-ES" dirty="0"/>
              <a:t> [usuario</a:t>
            </a:r>
            <a:r>
              <a:rPr lang="es-ES" dirty="0" smtClean="0"/>
              <a:t>] /</a:t>
            </a:r>
            <a:r>
              <a:rPr lang="es-ES" dirty="0" err="1" smtClean="0"/>
              <a:t>delete</a:t>
            </a:r>
            <a:endParaRPr lang="es-D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EBF406D3-4B46-B9D4-FB81-53D8332B98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ES" dirty="0"/>
              <a:t>Se utiliza para </a:t>
            </a:r>
            <a:r>
              <a:rPr lang="es-ES" dirty="0" smtClean="0"/>
              <a:t>eliminar un usuario.</a:t>
            </a:r>
            <a:endParaRPr lang="es-DO" dirty="0"/>
          </a:p>
        </p:txBody>
      </p:sp>
      <p:sp>
        <p:nvSpPr>
          <p:cNvPr id="5" name="Marcador de contenido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DO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9121" y="1690688"/>
            <a:ext cx="6068272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90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5BFA417-C7F5-06B4-AD04-3378EEB48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9C63E66-B265-AF9F-F41A-98F40E973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Comando net </a:t>
            </a:r>
            <a:r>
              <a:rPr lang="es-ES" dirty="0" err="1" smtClean="0"/>
              <a:t>user</a:t>
            </a:r>
            <a:r>
              <a:rPr lang="es-ES" dirty="0"/>
              <a:t> [usuario</a:t>
            </a:r>
            <a:r>
              <a:rPr lang="es-ES" dirty="0" smtClean="0"/>
              <a:t>] /</a:t>
            </a:r>
            <a:r>
              <a:rPr lang="es-ES" dirty="0" err="1" smtClean="0"/>
              <a:t>active:no</a:t>
            </a:r>
            <a:endParaRPr lang="es-D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EBF406D3-4B46-B9D4-FB81-53D8332B98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ES" dirty="0"/>
              <a:t>Se utiliza para </a:t>
            </a:r>
            <a:r>
              <a:rPr lang="es-ES" dirty="0" smtClean="0"/>
              <a:t>desactivar un usuario.</a:t>
            </a:r>
            <a:endParaRPr lang="es-DO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97880" y="1825625"/>
            <a:ext cx="5181600" cy="2066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636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5BFA417-C7F5-06B4-AD04-3378EEB48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9C63E66-B265-AF9F-F41A-98F40E973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Comando net </a:t>
            </a:r>
            <a:r>
              <a:rPr lang="es-ES" dirty="0" err="1" smtClean="0"/>
              <a:t>user</a:t>
            </a:r>
            <a:r>
              <a:rPr lang="es-ES" dirty="0"/>
              <a:t> [usuario</a:t>
            </a:r>
            <a:r>
              <a:rPr lang="es-ES" dirty="0" smtClean="0"/>
              <a:t>] /</a:t>
            </a:r>
            <a:r>
              <a:rPr lang="es-ES" dirty="0" err="1" smtClean="0"/>
              <a:t>active:yes</a:t>
            </a:r>
            <a:endParaRPr lang="es-D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EBF406D3-4B46-B9D4-FB81-53D8332B98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ES" dirty="0"/>
              <a:t>Se utiliza para </a:t>
            </a:r>
            <a:r>
              <a:rPr lang="es-ES" dirty="0" smtClean="0"/>
              <a:t>activar un usuario.</a:t>
            </a:r>
            <a:endParaRPr lang="es-DO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825625"/>
            <a:ext cx="5181600" cy="1716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185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155</Words>
  <Application>Microsoft Office PowerPoint</Application>
  <PresentationFormat>Panorámica</PresentationFormat>
  <Paragraphs>18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de Office</vt:lpstr>
      <vt:lpstr>Introduccion a las redes (CCNA1)</vt:lpstr>
      <vt:lpstr>Comando net user </vt:lpstr>
      <vt:lpstr>Comando net user [usuario]</vt:lpstr>
      <vt:lpstr>Comando net user [usuario] /add </vt:lpstr>
      <vt:lpstr>Comando net user [usuario] [contraseña]</vt:lpstr>
      <vt:lpstr>Comando net user [usuario] /delete</vt:lpstr>
      <vt:lpstr>Comando net user [usuario] /active:no</vt:lpstr>
      <vt:lpstr>Comando net user [usuario] /active:yes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Introduccion a las redes (CCNA1)</dc:title>
  <dc:creator>Luis Reyes</dc:creator>
  <cp:lastModifiedBy>Cuenta Microsoft</cp:lastModifiedBy>
  <cp:revision>12</cp:revision>
  <dcterms:created xsi:type="dcterms:W3CDTF">2026-01-19T16:27:51Z</dcterms:created>
  <dcterms:modified xsi:type="dcterms:W3CDTF">2026-01-22T12:43:10Z</dcterms:modified>
</cp:coreProperties>
</file>