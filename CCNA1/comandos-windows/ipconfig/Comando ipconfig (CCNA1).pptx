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20/1/2026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/>
              <a:t>ipconfig</a:t>
            </a:r>
            <a:r>
              <a:rPr lang="es-ES" dirty="0"/>
              <a:t> para 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/>
              <a:t>ipconfig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ver todos los adaptadores de red que hay actualmente en el SO.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527FBF1-A790-AF1B-2BFF-81C572D1E5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23"/>
          <a:stretch>
            <a:fillRect/>
          </a:stretch>
        </p:blipFill>
        <p:spPr>
          <a:xfrm>
            <a:off x="6019800" y="1339941"/>
            <a:ext cx="4865318" cy="5364400"/>
          </a:xfr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4715-768A-D55C-ECD2-BC1963D4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1C620-7F70-FBEB-8C89-76B3E61B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6" y="-33892"/>
            <a:ext cx="10515600" cy="1325563"/>
          </a:xfrm>
        </p:spPr>
        <p:txBody>
          <a:bodyPr/>
          <a:lstStyle/>
          <a:p>
            <a:r>
              <a:rPr lang="es-ES" dirty="0"/>
              <a:t>Comando </a:t>
            </a:r>
            <a:r>
              <a:rPr lang="es-ES" dirty="0" err="1"/>
              <a:t>ipconfig</a:t>
            </a:r>
            <a:r>
              <a:rPr lang="es-ES" dirty="0"/>
              <a:t> /</a:t>
            </a:r>
            <a:r>
              <a:rPr lang="es-ES" dirty="0" err="1"/>
              <a:t>all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3DC151-6E0B-5940-C20D-80565AEC7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034" y="1126885"/>
            <a:ext cx="11243525" cy="4351338"/>
          </a:xfrm>
        </p:spPr>
        <p:txBody>
          <a:bodyPr/>
          <a:lstStyle/>
          <a:p>
            <a:r>
              <a:rPr lang="es-ES" dirty="0"/>
              <a:t>Se utiliza para saber de manera mas exhaustiva los adaptadores de red, </a:t>
            </a:r>
            <a:r>
              <a:rPr lang="es-ES" dirty="0" err="1"/>
              <a:t>ip</a:t>
            </a:r>
            <a:r>
              <a:rPr lang="es-ES" dirty="0"/>
              <a:t> y mascara de red, además de el nombre del hardware de red, el </a:t>
            </a:r>
            <a:r>
              <a:rPr lang="es-ES" dirty="0" err="1"/>
              <a:t>dns</a:t>
            </a:r>
            <a:r>
              <a:rPr lang="es-ES" dirty="0"/>
              <a:t> y algunas configuraciones mas.</a:t>
            </a:r>
          </a:p>
          <a:p>
            <a:endParaRPr lang="es-D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F1BC829-3BBB-C186-093F-99A12D42D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98" y="2304789"/>
            <a:ext cx="6517360" cy="4463024"/>
          </a:xfr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E84AE48-F261-87DC-8516-3015123D3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550" y="2062936"/>
            <a:ext cx="6957399" cy="470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27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73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Introduccion a las redes (CCNA1)</vt:lpstr>
      <vt:lpstr>Comando ipconfig</vt:lpstr>
      <vt:lpstr>Comando ipconfig /all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Emmanuel Santos</cp:lastModifiedBy>
  <cp:revision>8</cp:revision>
  <dcterms:created xsi:type="dcterms:W3CDTF">2026-01-19T16:27:51Z</dcterms:created>
  <dcterms:modified xsi:type="dcterms:W3CDTF">2026-01-20T23:46:09Z</dcterms:modified>
</cp:coreProperties>
</file>