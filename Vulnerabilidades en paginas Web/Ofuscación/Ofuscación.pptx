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69" r:id="rId11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71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lchecho3000-blip/Ciberseguridad-bootcamp/tree/main/Vulnerabilidades%20en%20paginas%20Web/Ofuscaci%C3%B3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Reto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#2 – 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</a:rPr>
              <a:t>Ofuscación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encontraré una vulnerabilidad que deja expuesta las credenciales para el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logueo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de una pagina web</a:t>
            </a: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7521" y="487396"/>
            <a:ext cx="9535886" cy="536428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 primer lugar accedemos a la pagina web 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51" y="1023824"/>
            <a:ext cx="10755226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3505" y="326572"/>
            <a:ext cx="7687868" cy="737099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Agotamos probando credenciales genéricas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94" y="953906"/>
            <a:ext cx="10669489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135085" y="604566"/>
            <a:ext cx="6048103" cy="571092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Inspeccionamos el botón “Entrar”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12" y="1175658"/>
            <a:ext cx="11088647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0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869472" y="561068"/>
            <a:ext cx="6453051" cy="614589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Analizamos el código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html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del botón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873" y="1426799"/>
            <a:ext cx="8099023" cy="420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449977" y="418011"/>
            <a:ext cx="9274629" cy="1031966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el script, analizamos la función en </a:t>
            </a:r>
            <a:b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y vemos que contiene información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encriptada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, por lo que probaremos la constante obtenida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337" y="1579950"/>
            <a:ext cx="7411908" cy="491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55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40080" y="992776"/>
            <a:ext cx="10855233" cy="1084218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Utilizamos la consola del navegador, escribimos “console.log()”, dentro del paréntesis la constante a verificar y vemos que nos arroja unos datos los cuales probaremos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776" y="2364376"/>
            <a:ext cx="9257839" cy="342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1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823062" y="387878"/>
            <a:ext cx="4545874" cy="539586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Y listo, obtuvimos acceso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2" y="927464"/>
            <a:ext cx="10707594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3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32509" y="2217511"/>
            <a:ext cx="7926977" cy="3530146"/>
          </a:xfrm>
        </p:spPr>
        <p:txBody>
          <a:bodyPr>
            <a:normAutofit/>
          </a:bodyPr>
          <a:lstStyle/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F12 para acceder a las herramientas del navegador.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herramientas del navegador web.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la consola web.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Inspeccionar un botón web 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Leer código HTML y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Encontrar credenciales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encriptadas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 dentro de un código.</a:t>
            </a:r>
          </a:p>
          <a:p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Desencriptar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credenciales expuestas.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Tener mas conciencia a la hora de programar un sitio web.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18113" y="1227275"/>
            <a:ext cx="5355771" cy="73215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Lo aprendido en esta práctica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7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090596" y="1992266"/>
            <a:ext cx="7876364" cy="1182007"/>
          </a:xfrm>
        </p:spPr>
        <p:txBody>
          <a:bodyPr>
            <a:normAutofit fontScale="92500"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No utilizar las credenciales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encriptadas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en el mismo código.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métodos de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encriptamiento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sofisticados.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Tener un servidor que verifique las credenciales.</a:t>
            </a:r>
            <a:endParaRPr lang="es-DO" sz="20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853" y="1151166"/>
            <a:ext cx="7488286" cy="640714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Medidas que podemos utilizar para evitar esto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79763" y="3854178"/>
            <a:ext cx="2832463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200" b="1" dirty="0">
                <a:latin typeface="Verdana" panose="020B0604030504040204" pitchFamily="34" charset="0"/>
                <a:ea typeface="Verdana" panose="020B0604030504040204" pitchFamily="34" charset="0"/>
              </a:rPr>
              <a:t>Link de </a:t>
            </a:r>
            <a:r>
              <a:rPr lang="es-ES" sz="2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es-DO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616524" y="4708343"/>
            <a:ext cx="8958943" cy="1458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https://github.com/elchecho3000-blip/Ciberseguridad-bootcamp/tree/main/Vulnerabilidades%20en%20paginas%20Web/Ofuscaci%C3%B3n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69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255</Words>
  <Application>Microsoft Office PowerPoint</Application>
  <PresentationFormat>Panorámica</PresentationFormat>
  <Paragraphs>29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En primer lugar accedemos a la pagina web a vulnerar </vt:lpstr>
      <vt:lpstr>Agotamos probando credenciales genéricas</vt:lpstr>
      <vt:lpstr>Inspeccionamos el botón “Entrar”</vt:lpstr>
      <vt:lpstr>Analizamos el código html del botón</vt:lpstr>
      <vt:lpstr>Clickeamos el script, analizamos la función en  Javascript y vemos que contiene información encriptada, por lo que probaremos la constante obtenida</vt:lpstr>
      <vt:lpstr>Utilizamos la consola del navegador, escribimos “console.log()”, dentro del paréntesis la constante a verificar y vemos que nos arroja unos datos los cuales probaremos</vt:lpstr>
      <vt:lpstr>Y listo, obtuvimos acceso</vt:lpstr>
      <vt:lpstr>Lo aprendido en esta práctica</vt:lpstr>
      <vt:lpstr>Medidas que podemos utilizar para evitar esto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Participante</cp:lastModifiedBy>
  <cp:revision>27</cp:revision>
  <dcterms:created xsi:type="dcterms:W3CDTF">2026-03-26T15:43:05Z</dcterms:created>
  <dcterms:modified xsi:type="dcterms:W3CDTF">2026-04-07T17:08:44Z</dcterms:modified>
</cp:coreProperties>
</file>