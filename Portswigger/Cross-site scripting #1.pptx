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56" r:id="rId10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03C10-CFD1-44D2-AC36-560BCF74D975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B0113-1FD1-4E20-A421-84808E5AB56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2612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497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2550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63322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7967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7840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4296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8617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58804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95590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2400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8601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7222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EA09D-AF5B-4777-AB06-38DFD1324449}" type="datetimeFigureOut">
              <a:rPr lang="es-DO" smtClean="0"/>
              <a:t>7/5/2026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7714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checho3000-blip/Ciberseguridad-bootcamp/tree/main/Portswigg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81201" y="2420556"/>
            <a:ext cx="12004964" cy="464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 smtClean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lang="es-ES" dirty="0">
              <a:latin typeface="Verdana"/>
              <a:ea typeface="Verdana"/>
              <a:cs typeface="Verdana"/>
              <a:sym typeface="Verdana"/>
            </a:endParaRPr>
          </a:p>
          <a:p>
            <a:pPr marL="0" indent="0" algn="l"/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Shell Scripting</a:t>
            </a:r>
          </a:p>
          <a:p>
            <a:pPr algn="l">
              <a:buClr>
                <a:schemeClr val="dk1"/>
              </a:buClr>
              <a:buSzPts val="2400"/>
            </a:pPr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Actividad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s-DO" dirty="0" smtClean="0">
                <a:latin typeface="Verdana"/>
                <a:ea typeface="Verdana"/>
                <a:cs typeface="Verdana"/>
                <a:sym typeface="Verdana"/>
              </a:rPr>
              <a:t>Reto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Cross-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</a:rPr>
              <a:t>site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scripting </a:t>
            </a:r>
            <a:r>
              <a:rPr lang="es-DO" dirty="0" smtClean="0">
                <a:latin typeface="Verdana"/>
                <a:ea typeface="Verdana"/>
                <a:cs typeface="Verdana"/>
                <a:sym typeface="Verdana"/>
              </a:rPr>
              <a:t>de </a:t>
            </a:r>
            <a:r>
              <a:rPr lang="es-DO" dirty="0" err="1" smtClean="0">
                <a:latin typeface="Verdana"/>
                <a:ea typeface="Verdana"/>
                <a:cs typeface="Verdana"/>
                <a:sym typeface="Verdana"/>
              </a:rPr>
              <a:t>Portiswagger</a:t>
            </a:r>
            <a:endParaRPr lang="es-DO" dirty="0" smtClean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Descripción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Este es un paso a paso de como </a:t>
            </a:r>
            <a:r>
              <a:rPr lang="es-DO" dirty="0" smtClean="0">
                <a:latin typeface="Verdana"/>
                <a:ea typeface="Verdana"/>
                <a:cs typeface="Verdana"/>
                <a:sym typeface="Verdana"/>
              </a:rPr>
              <a:t>resolver los retos de la pagina web </a:t>
            </a:r>
            <a:r>
              <a:rPr lang="es-DO" dirty="0" err="1" smtClean="0">
                <a:latin typeface="Verdana"/>
                <a:ea typeface="Verdana"/>
                <a:cs typeface="Verdana"/>
                <a:sym typeface="Verdana"/>
              </a:rPr>
              <a:t>Portiswagger</a:t>
            </a:r>
            <a:r>
              <a:rPr lang="es-ES" dirty="0" smtClean="0">
                <a:latin typeface="Verdana"/>
                <a:ea typeface="Verdana"/>
                <a:cs typeface="Verdana"/>
                <a:sym typeface="Verdana"/>
              </a:rPr>
              <a:t>.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Link de </a:t>
            </a:r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GitHub: </a:t>
            </a:r>
            <a:r>
              <a:rPr lang="es-DO" b="1" dirty="0" smtClean="0"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https://github.com/elchecho3000-blip/Ciberseguridad-bootcamp/tree/main/Portswigger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490" y="324976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965" y="1077057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993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2792844" y="434109"/>
            <a:ext cx="6606309" cy="1274619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En primer lugar ingresamos con nuestras credenciales en la plataforma web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Marcador de contenido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486" y="1825625"/>
            <a:ext cx="95310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37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8911" y="420543"/>
            <a:ext cx="7914178" cy="1325563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Luego, 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en “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Academy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”, luego presionamos en “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All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content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” y luego en “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All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labs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2787"/>
            <a:ext cx="10515600" cy="413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9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47490" y="1466099"/>
            <a:ext cx="4097020" cy="732155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Elegimos este laboratorio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58813"/>
            <a:ext cx="10515600" cy="328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6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59882" y="554182"/>
            <a:ext cx="6896102" cy="1197552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Luego presionamos “</a:t>
            </a:r>
            <a:r>
              <a:rPr lang="es-DO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”, hacemos lo que se nos pide y luego “ACCESS THE LAB”</a:t>
            </a: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6015" y="1825625"/>
            <a:ext cx="69199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5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35827" y="614507"/>
            <a:ext cx="6920346" cy="111269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En el siguiente buscador pegamos el código que nos suministraron y pulsamos “</a:t>
            </a:r>
            <a:r>
              <a:rPr lang="es-DO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Search</a:t>
            </a:r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” </a:t>
            </a: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4110"/>
            <a:ext cx="10515600" cy="393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73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57318" y="1057852"/>
            <a:ext cx="7077364" cy="1343602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A lo que cargará y presentará esta ventana emergente diciendo lo que contenía la alerta </a:t>
            </a: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74809"/>
            <a:ext cx="10515600" cy="245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04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4663" y="891599"/>
            <a:ext cx="8222673" cy="669348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Y listo, la página nos informa que resolvimos el reto </a:t>
            </a: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7359"/>
            <a:ext cx="10515600" cy="404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01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26325" y="1831109"/>
            <a:ext cx="6389025" cy="3817620"/>
          </a:xfrm>
        </p:spPr>
        <p:txBody>
          <a:bodyPr>
            <a:normAutofit/>
          </a:bodyPr>
          <a:lstStyle/>
          <a:p>
            <a:r>
              <a:rPr lang="es-ES" sz="32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Lo aprendido: </a:t>
            </a:r>
          </a:p>
          <a:p>
            <a:endParaRPr lang="es-ES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En esta práctica aprendí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a inyectar código mediante el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Cross-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</a:rPr>
              <a:t>site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scripting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s-DO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969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160</Words>
  <Application>Microsoft Office PowerPoint</Application>
  <PresentationFormat>Panorámica</PresentationFormat>
  <Paragraphs>18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Verdana</vt:lpstr>
      <vt:lpstr>Tema de Office</vt:lpstr>
      <vt:lpstr>Presentación de PowerPoint</vt:lpstr>
      <vt:lpstr>En primer lugar ingresamos con nuestras credenciales en la plataforma web</vt:lpstr>
      <vt:lpstr>Luego, clickeamos en “Academy”, luego presionamos en “All content” y luego en “All labs”</vt:lpstr>
      <vt:lpstr>Elegimos este laboratorio</vt:lpstr>
      <vt:lpstr>Luego presionamos “Solution”, hacemos lo que se nos pide y luego “ACCESS THE LAB”</vt:lpstr>
      <vt:lpstr>En el siguiente buscador pegamos el código que nos suministraron y pulsamos “Search” </vt:lpstr>
      <vt:lpstr>A lo que cargará y presentará esta ventana emergente diciendo lo que contenía la alerta </vt:lpstr>
      <vt:lpstr>Y listo, la página nos informa que resolvimos el reto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Participante</cp:lastModifiedBy>
  <cp:revision>24</cp:revision>
  <dcterms:created xsi:type="dcterms:W3CDTF">2026-04-23T16:05:39Z</dcterms:created>
  <dcterms:modified xsi:type="dcterms:W3CDTF">2026-05-07T15:55:02Z</dcterms:modified>
</cp:coreProperties>
</file>