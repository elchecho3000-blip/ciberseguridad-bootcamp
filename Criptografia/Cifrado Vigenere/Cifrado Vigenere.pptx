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4" r:id="rId9"/>
    <p:sldId id="285" r:id="rId10"/>
    <p:sldId id="286" r:id="rId11"/>
    <p:sldId id="287" r:id="rId12"/>
    <p:sldId id="288" r:id="rId13"/>
    <p:sldId id="28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DF5F-86F9-5F14-B807-DF75A1498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BD3249-F690-4BBA-61A5-A060E56A7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A77BD-83CF-8798-CDE4-AAFE4E8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700C0-E7D4-9ADE-756E-0BB7DF11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B4956-CF58-84F6-A362-36D87425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C22A-46EF-B7F7-DA9F-FFC64668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B9B53-B116-B5AB-097A-CF499D9E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1F34A0-DA1E-0C5F-35CD-3444CC2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8977-B820-4807-0731-261B902F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C08C-3EE1-33F2-79A6-0302669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BF7DA-EBE4-1053-73F8-FAE756D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0D9FAC-30AA-41EB-2FAD-2D14E01A8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25522-CB91-2B90-6748-3B6D43E6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6D1450-5D93-FED1-D489-2C0DBD0A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D2F38-1C10-6B9C-0ED8-2354397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5B587-AE33-60B5-00D5-3C3F6721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43273-DA38-1E89-2C28-5FF939D2B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698C4-5829-7233-7B4E-C251FE099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77B2E-C4CD-4D2B-2878-92CF7FB7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19627-C344-00EA-0E00-A5E7276C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9E700-6417-4C44-2F11-733E7D7E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1B00E-2E34-C83D-5443-54B0A25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B325F6-08C6-55A3-5389-3741580B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1E0E68-A162-4BE8-65D3-62BD56B6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FD13B6-4339-CCD9-CAC8-6D1012ACD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BAA4A-179E-6050-222C-D06160EE1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9477E7-A7CC-2F29-BACF-57BBB4AA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651D8F-A5B1-B34B-6F87-FEF29B03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5A7A89-8E33-9953-8269-80B6D44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9802B-E5D9-D1CC-2C16-1D4B3D42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8276DE-E2D8-FDD8-811C-F60DBF96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15A6A-5967-555E-2E8F-AD5BE8A6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0BE36-C324-0896-CCE0-B53F49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3F4718-C4BE-2AB0-37D5-E5099C95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3350FE-D811-B801-D003-50C4B1CE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DC38B-1F68-631D-CF5C-7CDBA760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7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DD9A-10F9-BA6A-3307-A4D2184E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B55335-7D17-0DC1-F3D9-59D75E04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8DBA60-6F4A-CDEF-E714-41293702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BD7D4-6BD4-E5B6-0D60-552ED0BB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4091E5-C77D-6678-C590-FCE7BC7F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0BBE9-8C5F-4D41-50E6-D71393C9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DA692-C551-3ACF-5625-CEFE488E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865D7E-1171-E6F9-4A78-BC1B7FCB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47CF7C-4A8C-33F6-ADF3-7805D40A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B96CCD-FB64-1AC1-E3A4-C53440D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5C5ABB-C0F4-D3B3-DE51-FB8CEBAA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B5C441-8A15-1221-64BB-3E6BA2D7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A917F-8A42-ED75-0D14-1DE7437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5D46D3-60FA-71EB-87D8-B6AF14D43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F3A7-93B9-5B33-B99C-2E1D5FB3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310C9-C1DE-F06E-70C3-33CA1DD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062832-5E06-DC39-235B-C353E309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8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E9587-3760-07E5-5F2E-F01E8C25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3BC921-584E-4656-DBE2-E845A18E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5357F-8FC1-262E-7EFC-16C1193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921B1-FA5C-BF47-1FDC-60691103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94725-EE54-29AA-C8A2-36D8AE68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2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2981F2-5468-4048-53AA-5D3CB2BB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534CB-B1FA-9393-6593-CCC109E74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AECA9-F9C9-FB14-5653-2EBF9EF54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09876-62AC-4B3E-B995-35F1DBFE7EB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EDEEE-B69A-54EA-8A4B-636639A9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DD59-44B7-8943-454F-1B61B51E1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348AD-A998-4A3D-9C03-778291B738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1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lchecho3000-blip/Ciberseguridad-bootcamp/tree/main/Criptografi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92AB771-0ADD-99B2-D56D-9D6632AA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2685039"/>
            <a:ext cx="11707091" cy="4076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DO" b="1" dirty="0"/>
              <a:t>Participante: </a:t>
            </a:r>
            <a:r>
              <a:rPr lang="es-DO" dirty="0"/>
              <a:t>Luis Ramón Reyes </a:t>
            </a:r>
            <a:r>
              <a:rPr lang="es-DO" dirty="0" err="1"/>
              <a:t>Volquez</a:t>
            </a:r>
            <a:r>
              <a:rPr lang="es-DO" dirty="0"/>
              <a:t>	</a:t>
            </a:r>
          </a:p>
          <a:p>
            <a:pPr marL="0" indent="0">
              <a:buNone/>
            </a:pPr>
            <a:r>
              <a:rPr lang="es-DO" b="1" dirty="0"/>
              <a:t>Técnico: </a:t>
            </a:r>
            <a:r>
              <a:rPr lang="es-DO" dirty="0"/>
              <a:t>Ciberseguridad</a:t>
            </a:r>
          </a:p>
          <a:p>
            <a:pPr marL="0" indent="0">
              <a:buNone/>
            </a:pPr>
            <a:r>
              <a:rPr lang="es-DO" b="1" dirty="0"/>
              <a:t>Módulo: </a:t>
            </a:r>
            <a:r>
              <a:rPr lang="es-DO" dirty="0"/>
              <a:t>Criptografía</a:t>
            </a:r>
          </a:p>
          <a:p>
            <a:pPr marL="0" indent="0">
              <a:buNone/>
            </a:pPr>
            <a:r>
              <a:rPr lang="es-DO" b="1" dirty="0"/>
              <a:t>Facilitador: </a:t>
            </a:r>
            <a:r>
              <a:rPr lang="es-DO" dirty="0"/>
              <a:t>Kevin Feliz </a:t>
            </a:r>
            <a:r>
              <a:rPr lang="es-DO" dirty="0" err="1"/>
              <a:t>Henriquez</a:t>
            </a:r>
            <a:endParaRPr lang="es-DO" dirty="0"/>
          </a:p>
          <a:p>
            <a:pPr marL="0" indent="0">
              <a:buNone/>
            </a:pPr>
            <a:r>
              <a:rPr lang="es-DO" b="1" dirty="0"/>
              <a:t>Centro: </a:t>
            </a:r>
            <a:r>
              <a:rPr lang="es-DO" dirty="0" err="1"/>
              <a:t>Cyberclass</a:t>
            </a:r>
            <a:r>
              <a:rPr lang="es-DO" dirty="0"/>
              <a:t> - INFOTEP</a:t>
            </a:r>
          </a:p>
          <a:p>
            <a:pPr marL="0" indent="0" algn="l">
              <a:buNone/>
            </a:pPr>
            <a:r>
              <a:rPr lang="es-DO" b="1" dirty="0"/>
              <a:t>Práctica: </a:t>
            </a:r>
            <a:r>
              <a:rPr lang="es-DO" b="0" i="0" dirty="0">
                <a:solidFill>
                  <a:srgbClr val="1D2125"/>
                </a:solidFill>
                <a:effectLst/>
                <a:latin typeface="-apple-system"/>
              </a:rPr>
              <a:t>Criptografía </a:t>
            </a:r>
            <a:r>
              <a:rPr lang="es-DO" b="0" i="0" dirty="0" err="1">
                <a:solidFill>
                  <a:srgbClr val="1D2125"/>
                </a:solidFill>
                <a:effectLst/>
                <a:latin typeface="-apple-system"/>
              </a:rPr>
              <a:t>Polialfabética</a:t>
            </a:r>
            <a:endParaRPr lang="es-DO" b="0" i="0" dirty="0">
              <a:solidFill>
                <a:srgbClr val="1D2125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s-DO" b="1" dirty="0"/>
              <a:t>Descripción: </a:t>
            </a:r>
            <a:r>
              <a:rPr lang="es-DO" dirty="0"/>
              <a:t>Es un método mas avanzado de criptografía, en tiempos atrás era un método indescifrable. </a:t>
            </a:r>
          </a:p>
          <a:p>
            <a:pPr marL="0" indent="0">
              <a:buNone/>
            </a:pPr>
            <a:r>
              <a:rPr lang="es-DO" b="1" dirty="0"/>
              <a:t>Link de GitHub: </a:t>
            </a:r>
            <a:r>
              <a:rPr lang="es-DO" dirty="0">
                <a:hlinkClick r:id="rId2"/>
              </a:rPr>
              <a:t>https://github.com/elchecho3000-blip/Ciberseguridad-bootcamp/tree/main/Criptografia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5D422F-3A50-7316-164A-9988FFF1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81" y="1027144"/>
            <a:ext cx="4505954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604EA8-DA9D-BB26-AE97-B776E9D4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5290"/>
            <a:ext cx="41624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46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0363" y="1096962"/>
            <a:ext cx="3521792" cy="4664075"/>
          </a:xfrm>
        </p:spPr>
        <p:txBody>
          <a:bodyPr>
            <a:noAutofit/>
          </a:bodyPr>
          <a:lstStyle/>
          <a:p>
            <a:r>
              <a:rPr lang="es-ES" sz="2800" dirty="0"/>
              <a:t>Empezamos programando el menú en una función y luego otra función para el generador de clave</a:t>
            </a:r>
            <a:endParaRPr lang="es-DO" sz="280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54B65B9-D9AE-A8FA-021D-F991DEC8F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828477"/>
            <a:ext cx="5036645" cy="5201046"/>
          </a:xfrm>
        </p:spPr>
      </p:pic>
    </p:spTree>
    <p:extLst>
      <p:ext uri="{BB962C8B-B14F-4D97-AF65-F5344CB8AC3E}">
        <p14:creationId xmlns:p14="http://schemas.microsoft.com/office/powerpoint/2010/main" val="177745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69ECC-66B4-8C1B-458D-5A07AE49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56819" cy="5504733"/>
          </a:xfrm>
        </p:spPr>
        <p:txBody>
          <a:bodyPr>
            <a:normAutofit/>
          </a:bodyPr>
          <a:lstStyle/>
          <a:p>
            <a:r>
              <a:rPr lang="es-ES" sz="2800" dirty="0"/>
              <a:t>Seguimos programando las funciones de cifrar y descifrar por medio del bucle FOR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8B0DF09-3E8B-090F-2C5F-8A3FDC4D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4267" y="789441"/>
            <a:ext cx="5990765" cy="5279118"/>
          </a:xfrm>
        </p:spPr>
      </p:pic>
    </p:spTree>
    <p:extLst>
      <p:ext uri="{BB962C8B-B14F-4D97-AF65-F5344CB8AC3E}">
        <p14:creationId xmlns:p14="http://schemas.microsoft.com/office/powerpoint/2010/main" val="265816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151D0-66E7-3A28-F339-E3FC8F54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260" y="822325"/>
            <a:ext cx="8969477" cy="1325563"/>
          </a:xfrm>
        </p:spPr>
        <p:txBody>
          <a:bodyPr>
            <a:normAutofit/>
          </a:bodyPr>
          <a:lstStyle/>
          <a:p>
            <a:r>
              <a:rPr lang="es-ES" sz="2800" dirty="0"/>
              <a:t>Luego realizamos la función para el historial con WHILE y FOR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9554CF9-05A3-28E4-3FC1-0CE06F7DA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580" y="2389240"/>
            <a:ext cx="6994839" cy="3751506"/>
          </a:xfrm>
        </p:spPr>
      </p:pic>
    </p:spTree>
    <p:extLst>
      <p:ext uri="{BB962C8B-B14F-4D97-AF65-F5344CB8AC3E}">
        <p14:creationId xmlns:p14="http://schemas.microsoft.com/office/powerpoint/2010/main" val="17652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2FC5C-67F6-0862-8397-CD6814B5D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145" y="438867"/>
            <a:ext cx="684571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Aquí viene la función principal en la cual convergerán todas las funciones antes creadas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AD03F44-7ACF-E5B6-0FB4-0CC45D472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489" y="1984720"/>
            <a:ext cx="5223278" cy="423935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735EBF-2AE7-3534-3A5B-21A4EB5D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522" y="1984720"/>
            <a:ext cx="5321989" cy="423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8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F8BA1-8394-9AC4-E495-C151E0C8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229" y="1515500"/>
            <a:ext cx="8379542" cy="1325563"/>
          </a:xfrm>
        </p:spPr>
        <p:txBody>
          <a:bodyPr>
            <a:normAutofit/>
          </a:bodyPr>
          <a:lstStyle/>
          <a:p>
            <a:br>
              <a:rPr lang="es-ES" sz="2800" dirty="0"/>
            </a:br>
            <a:r>
              <a:rPr lang="es-ES" sz="2800" dirty="0"/>
              <a:t>Por ultimo, la función para ejecutar el programa principal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F1B4C0F-0908-4325-942C-03B90DE17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3953" y="3218544"/>
            <a:ext cx="4264094" cy="1036574"/>
          </a:xfrm>
        </p:spPr>
      </p:pic>
    </p:spTree>
    <p:extLst>
      <p:ext uri="{BB962C8B-B14F-4D97-AF65-F5344CB8AC3E}">
        <p14:creationId xmlns:p14="http://schemas.microsoft.com/office/powerpoint/2010/main" val="71799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92836-AB04-4B59-1018-9A5877F5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287" y="486442"/>
            <a:ext cx="4869426" cy="1325563"/>
          </a:xfrm>
        </p:spPr>
        <p:txBody>
          <a:bodyPr>
            <a:normAutofit/>
          </a:bodyPr>
          <a:lstStyle/>
          <a:p>
            <a:r>
              <a:rPr lang="es-ES" sz="2400" dirty="0"/>
              <a:t>Ejemplo de la ejecución del programa</a:t>
            </a:r>
            <a:endParaRPr lang="es-DO" sz="24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317CEDF-0CE5-B252-409E-D8737E5AE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8138" y="1812005"/>
            <a:ext cx="2501235" cy="434481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14D47B-E081-0EB0-D6FA-16AB2760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628" y="2551471"/>
            <a:ext cx="2422706" cy="360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3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1D660-DD6B-503F-ECBA-B2162F1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903" y="786034"/>
            <a:ext cx="4505715" cy="5285932"/>
          </a:xfrm>
        </p:spPr>
        <p:txBody>
          <a:bodyPr>
            <a:normAutofit/>
          </a:bodyPr>
          <a:lstStyle/>
          <a:p>
            <a:r>
              <a:rPr lang="es-ES" sz="2800" dirty="0"/>
              <a:t>Esta es una modificación del programa agregando la exportación del historial y cambiar la clave</a:t>
            </a:r>
            <a:endParaRPr lang="es-DO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0E00E8-4763-4A14-FF00-8D2BED0B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86" y="786034"/>
            <a:ext cx="4183708" cy="528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0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78A26-9F1F-3529-1092-DBA8A530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342" y="591415"/>
            <a:ext cx="2598174" cy="5675167"/>
          </a:xfrm>
        </p:spPr>
        <p:txBody>
          <a:bodyPr>
            <a:normAutofit/>
          </a:bodyPr>
          <a:lstStyle/>
          <a:p>
            <a:r>
              <a:rPr lang="es-ES" sz="2800" dirty="0"/>
              <a:t>Funciones para cifrar y descifrar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330DC87-E40C-5334-2DA2-5C5DB605E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7399" y="591416"/>
            <a:ext cx="5780086" cy="5675167"/>
          </a:xfrm>
        </p:spPr>
      </p:pic>
    </p:spTree>
    <p:extLst>
      <p:ext uri="{BB962C8B-B14F-4D97-AF65-F5344CB8AC3E}">
        <p14:creationId xmlns:p14="http://schemas.microsoft.com/office/powerpoint/2010/main" val="4118805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A2E74-17FD-EAAE-50B1-E3FB98083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164" y="1161538"/>
            <a:ext cx="4913671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Esta es la función para el historial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D161A1-6C1B-1676-E580-A61730584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1602" y="2753345"/>
            <a:ext cx="4448796" cy="2495898"/>
          </a:xfrm>
        </p:spPr>
      </p:pic>
    </p:spTree>
    <p:extLst>
      <p:ext uri="{BB962C8B-B14F-4D97-AF65-F5344CB8AC3E}">
        <p14:creationId xmlns:p14="http://schemas.microsoft.com/office/powerpoint/2010/main" val="1274657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EB00E-93BE-D7D8-04E7-B4C96066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255" y="894307"/>
            <a:ext cx="885149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Esta es una de las funciones agregadas: exportar el historial 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563F55-67DA-83CC-7BF2-663C48E3A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5259" y="2219870"/>
            <a:ext cx="5601482" cy="3562847"/>
          </a:xfrm>
        </p:spPr>
      </p:pic>
    </p:spTree>
    <p:extLst>
      <p:ext uri="{BB962C8B-B14F-4D97-AF65-F5344CB8AC3E}">
        <p14:creationId xmlns:p14="http://schemas.microsoft.com/office/powerpoint/2010/main" val="165698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09EC7-E4B7-3235-7A9A-37BF95B4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594"/>
            <a:ext cx="3556819" cy="5622326"/>
          </a:xfrm>
        </p:spPr>
        <p:txBody>
          <a:bodyPr>
            <a:normAutofit/>
          </a:bodyPr>
          <a:lstStyle/>
          <a:p>
            <a:r>
              <a:rPr lang="es-ES" sz="2800" dirty="0"/>
              <a:t>Esta es la función principal, en la cual convergen todas la funciones creadas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1957404-1964-8851-4E51-14EB0BDB7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2363" y="751594"/>
            <a:ext cx="6511437" cy="5622326"/>
          </a:xfrm>
        </p:spPr>
      </p:pic>
    </p:spTree>
    <p:extLst>
      <p:ext uri="{BB962C8B-B14F-4D97-AF65-F5344CB8AC3E}">
        <p14:creationId xmlns:p14="http://schemas.microsoft.com/office/powerpoint/2010/main" val="222630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7A15C-9156-5EE3-F460-4605C766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2" y="796413"/>
            <a:ext cx="3483077" cy="5206181"/>
          </a:xfrm>
        </p:spPr>
        <p:txBody>
          <a:bodyPr>
            <a:normAutofit/>
          </a:bodyPr>
          <a:lstStyle/>
          <a:p>
            <a:r>
              <a:rPr lang="es-ES" sz="2800" dirty="0"/>
              <a:t>Este es el resto de la función principal, aquí también está el cambiador de claves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39BB1C-E4E4-819D-ECC5-3E3AAD19F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2292" y="365125"/>
            <a:ext cx="5563243" cy="6145444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D61668-E089-11BD-7337-4E25A2954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631" y="5730505"/>
            <a:ext cx="3483077" cy="78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77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8E539-99AE-6F8C-E8D6-71F74E5F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674" y="490813"/>
            <a:ext cx="7376652" cy="1325563"/>
          </a:xfrm>
        </p:spPr>
        <p:txBody>
          <a:bodyPr>
            <a:normAutofit/>
          </a:bodyPr>
          <a:lstStyle/>
          <a:p>
            <a:r>
              <a:rPr lang="es-ES" sz="2800" dirty="0"/>
              <a:t>Ejemplo de la ejecución del programa modificado</a:t>
            </a:r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6F143D-9065-D2CF-F953-ED3E6C8D0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723" y="1816376"/>
            <a:ext cx="2264950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0FEC2A-D826-CACB-415D-BBFDED968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01" y="1985655"/>
            <a:ext cx="231489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2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2CCC7-B56F-F3E0-7321-89C9BDB7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s-DO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1336535-D6DA-3653-0BCB-35B63E53B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0057" y="2364265"/>
            <a:ext cx="3181794" cy="3486637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ABE375-29C9-5F65-4B91-E62ED088E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264" y="2316634"/>
            <a:ext cx="2267266" cy="353426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43F9C6F-EE48-62C2-32D5-68DDA3C5D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739" y="2135634"/>
            <a:ext cx="239110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5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210</Words>
  <Application>Microsoft Office PowerPoint</Application>
  <PresentationFormat>Panorámica</PresentationFormat>
  <Paragraphs>21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Tema de Office</vt:lpstr>
      <vt:lpstr>Presentación de PowerPoint</vt:lpstr>
      <vt:lpstr>Empezamos programando el menú en una función y luego otra función para el generador de clave</vt:lpstr>
      <vt:lpstr>Seguimos programando las funciones de cifrar y descifrar por medio del bucle FOR</vt:lpstr>
      <vt:lpstr>Luego realizamos la función para el historial con WHILE y FOR</vt:lpstr>
      <vt:lpstr>Aquí viene la función principal en la cual convergerán todas las funciones antes creadas</vt:lpstr>
      <vt:lpstr> Por ultimo, la función para ejecutar el programa principal</vt:lpstr>
      <vt:lpstr>Ejemplo de la ejecución del programa</vt:lpstr>
      <vt:lpstr>Esta es una modificación del programa agregando la exportación del historial y cambiar la clave</vt:lpstr>
      <vt:lpstr>Funciones para cifrar y descifrar</vt:lpstr>
      <vt:lpstr>Esta es la función para el historial</vt:lpstr>
      <vt:lpstr>Esta es una de las funciones agregadas: exportar el historial </vt:lpstr>
      <vt:lpstr>Esta es la función principal, en la cual convergen todas la funciones creadas</vt:lpstr>
      <vt:lpstr>Este es el resto de la función principal, aquí también está el cambiador de claves</vt:lpstr>
      <vt:lpstr>Ejemplo de la ejecución del programa modificado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Luis Reyes</dc:creator>
  <cp:lastModifiedBy>Luis Reyes Volquez</cp:lastModifiedBy>
  <cp:revision>18</cp:revision>
  <dcterms:created xsi:type="dcterms:W3CDTF">2026-03-31T00:35:05Z</dcterms:created>
  <dcterms:modified xsi:type="dcterms:W3CDTF">2026-06-09T03:33:13Z</dcterms:modified>
</cp:coreProperties>
</file>