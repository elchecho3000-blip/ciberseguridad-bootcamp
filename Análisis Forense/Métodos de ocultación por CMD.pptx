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86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4DF5F-86F9-5F14-B807-DF75A1498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BD3249-F690-4BBA-61A5-A060E56A7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AA77BD-83CF-8798-CDE4-AAFE4E87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5700C0-E7D4-9ADE-756E-0BB7DF11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B4956-CF58-84F6-A362-36D87425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C22A-46EF-B7F7-DA9F-FFC64668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3B9B53-B116-B5AB-097A-CF499D9EA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1F34A0-DA1E-0C5F-35CD-3444CC230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648977-B820-4807-0731-261B902F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4C08C-3EE1-33F2-79A6-03026695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8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BF7DA-EBE4-1053-73F8-FAE756D99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0D9FAC-30AA-41EB-2FAD-2D14E01A8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25522-CB91-2B90-6748-3B6D43E6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6D1450-5D93-FED1-D489-2C0DBD0A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5D2F38-1C10-6B9C-0ED8-23543970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8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5B587-AE33-60B5-00D5-3C3F67212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C43273-DA38-1E89-2C28-5FF939D2B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D698C4-5829-7233-7B4E-C251FE099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977B2E-C4CD-4D2B-2878-92CF7FB7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B19627-C344-00EA-0E00-A5E7276C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C9E700-6417-4C44-2F11-733E7D7E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3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1B00E-2E34-C83D-5443-54B0A259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B325F6-08C6-55A3-5389-3741580B4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1E0E68-A162-4BE8-65D3-62BD56B66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FD13B6-4339-CCD9-CAC8-6D1012ACD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7BAA4A-179E-6050-222C-D06160EE1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9477E7-A7CC-2F29-BACF-57BBB4AA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651D8F-A5B1-B34B-6F87-FEF29B031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25A7A89-8E33-9953-8269-80B6D440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9802B-E5D9-D1CC-2C16-1D4B3D423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8276DE-E2D8-FDD8-811C-F60DBF969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A15A6A-5967-555E-2E8F-AD5BE8A6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F0BE36-C324-0896-CCE0-B53F4973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1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B3F4718-C4BE-2AB0-37D5-E5099C95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3350FE-D811-B801-D003-50C4B1CEB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1DC38B-1F68-631D-CF5C-7CDBA760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7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CDD9A-10F9-BA6A-3307-A4D2184E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B55335-7D17-0DC1-F3D9-59D75E04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8DBA60-6F4A-CDEF-E714-412937022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2BD7D4-6BD4-E5B6-0D60-552ED0BBE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4091E5-C77D-6678-C590-FCE7BC7F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20BBE9-8C5F-4D41-50E6-D71393C9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0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DA692-C551-3ACF-5625-CEFE488EC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1865D7E-1171-E6F9-4A78-BC1B7FCB1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47CF7C-4A8C-33F6-ADF3-7805D40A0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B96CCD-FB64-1AC1-E3A4-C53440D9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5C5ABB-C0F4-D3B3-DE51-FB8CEBAA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B5C441-8A15-1221-64BB-3E6BA2D7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2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A917F-8A42-ED75-0D14-1DE74375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5D46D3-60FA-71EB-87D8-B6AF14D43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E5F3A7-93B9-5B33-B99C-2E1D5FB3C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E310C9-C1DE-F06E-70C3-33CA1DD4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062832-5E06-DC39-235B-C353E309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8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DE9587-3760-07E5-5F2E-F01E8C253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3BC921-584E-4656-DBE2-E845A18EF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65357F-8FC1-262E-7EFC-16C1193B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1921B1-FA5C-BF47-1FDC-60691103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94725-EE54-29AA-C8A2-36D8AE682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2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2981F2-5468-4048-53AA-5D3CB2BB6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9534CB-B1FA-9393-6593-CCC109E74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AAECA9-F9C9-FB14-5653-2EBF9EF54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09876-62AC-4B3E-B995-35F1DBFE7EB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0EDEEE-B69A-54EA-8A4B-636639A9F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5DDD59-44B7-8943-454F-1B61B51E1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18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elchecho3000-blip/Ciberseguridad-bootcamp/tree/main/An%C3%A1lisis%20Forens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92AB771-0ADD-99B2-D56D-9D6632AA9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236" y="2685039"/>
            <a:ext cx="11707091" cy="40764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DO" b="1" dirty="0"/>
              <a:t>Participante: </a:t>
            </a:r>
            <a:r>
              <a:rPr lang="es-DO" dirty="0"/>
              <a:t>Luis Ramón Reyes </a:t>
            </a:r>
            <a:r>
              <a:rPr lang="es-DO" dirty="0" err="1"/>
              <a:t>Volquez</a:t>
            </a:r>
            <a:r>
              <a:rPr lang="es-DO" dirty="0"/>
              <a:t>	</a:t>
            </a:r>
          </a:p>
          <a:p>
            <a:pPr marL="0" indent="0">
              <a:buNone/>
            </a:pPr>
            <a:r>
              <a:rPr lang="es-DO" b="1" dirty="0"/>
              <a:t>Técnico: </a:t>
            </a:r>
            <a:r>
              <a:rPr lang="es-DO" dirty="0"/>
              <a:t>Ciberseguridad</a:t>
            </a:r>
          </a:p>
          <a:p>
            <a:pPr marL="0" indent="0">
              <a:buNone/>
            </a:pPr>
            <a:r>
              <a:rPr lang="es-DO" b="1" dirty="0"/>
              <a:t>Módulo: </a:t>
            </a:r>
            <a:r>
              <a:rPr lang="es-DO" dirty="0"/>
              <a:t>Análisis Forense</a:t>
            </a:r>
          </a:p>
          <a:p>
            <a:pPr marL="0" indent="0">
              <a:buNone/>
            </a:pPr>
            <a:r>
              <a:rPr lang="es-DO" b="1" dirty="0"/>
              <a:t>Facilitador: </a:t>
            </a:r>
            <a:r>
              <a:rPr lang="es-DO" dirty="0"/>
              <a:t>Kevin Feliz Henríquez</a:t>
            </a:r>
          </a:p>
          <a:p>
            <a:pPr marL="0" indent="0">
              <a:buNone/>
            </a:pPr>
            <a:r>
              <a:rPr lang="es-DO" b="1" dirty="0"/>
              <a:t>Centro: </a:t>
            </a:r>
            <a:r>
              <a:rPr lang="es-DO" dirty="0" err="1"/>
              <a:t>Cyberclass</a:t>
            </a:r>
            <a:r>
              <a:rPr lang="es-DO" dirty="0"/>
              <a:t> - INFOTEP</a:t>
            </a:r>
          </a:p>
          <a:p>
            <a:pPr marL="0" indent="0" algn="l">
              <a:buNone/>
            </a:pPr>
            <a:r>
              <a:rPr lang="es-DO" b="1" dirty="0"/>
              <a:t>Práctica: </a:t>
            </a:r>
            <a:r>
              <a:rPr lang="es-ES" b="0" i="0" dirty="0">
                <a:solidFill>
                  <a:srgbClr val="1D2125"/>
                </a:solidFill>
                <a:effectLst/>
                <a:latin typeface="-apple-system"/>
              </a:rPr>
              <a:t>Ocultar archivos y carpetas con CMD</a:t>
            </a:r>
          </a:p>
          <a:p>
            <a:pPr marL="0" indent="0">
              <a:buNone/>
            </a:pPr>
            <a:r>
              <a:rPr lang="es-DO" b="1" dirty="0"/>
              <a:t>Descripción: </a:t>
            </a:r>
            <a:r>
              <a:rPr lang="es-DO" dirty="0"/>
              <a:t>Practica de como podemos ocultar archivos con el CMD.</a:t>
            </a:r>
          </a:p>
          <a:p>
            <a:pPr marL="0" indent="0">
              <a:buNone/>
            </a:pPr>
            <a:r>
              <a:rPr lang="es-DO" b="1" dirty="0"/>
              <a:t>Link de GitHub: </a:t>
            </a:r>
            <a:r>
              <a:rPr lang="es-DO" dirty="0">
                <a:hlinkClick r:id="rId2"/>
              </a:rPr>
              <a:t>https://github.com/elchecho3000-blip/Ciberseguridad-bootcamp/tree/main/An%C3%A1lisis%20Forense</a:t>
            </a:r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A5D422F-3A50-7316-164A-9988FFF19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781" y="1027144"/>
            <a:ext cx="4505954" cy="1228896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A604EA8-DA9D-BB26-AE97-B776E9D4B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65290"/>
            <a:ext cx="4162425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461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A445A-4AC2-6C12-B79A-A2D1F214A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614" y="1614476"/>
            <a:ext cx="8600768" cy="1906127"/>
          </a:xfrm>
        </p:spPr>
        <p:txBody>
          <a:bodyPr>
            <a:normAutofit/>
          </a:bodyPr>
          <a:lstStyle/>
          <a:p>
            <a:r>
              <a:rPr lang="es-ES" sz="2800" dirty="0">
                <a:latin typeface="+mn-lt"/>
              </a:rPr>
              <a:t>Cuando tenemos los archivos de texto a ocultar tecleamos el siguiente comando: </a:t>
            </a:r>
            <a:r>
              <a:rPr lang="es-ES" sz="2800" dirty="0" err="1">
                <a:latin typeface="+mn-lt"/>
              </a:rPr>
              <a:t>type</a:t>
            </a:r>
            <a:r>
              <a:rPr lang="es-ES" sz="2800" dirty="0">
                <a:latin typeface="+mn-lt"/>
              </a:rPr>
              <a:t> [archivo-a-ocultar].[</a:t>
            </a:r>
            <a:r>
              <a:rPr lang="es-ES" sz="2800" dirty="0" err="1">
                <a:latin typeface="+mn-lt"/>
              </a:rPr>
              <a:t>ext</a:t>
            </a:r>
            <a:r>
              <a:rPr lang="es-ES" sz="2800" dirty="0">
                <a:latin typeface="+mn-lt"/>
              </a:rPr>
              <a:t>] &gt; [archivo-a-mostrar].[</a:t>
            </a:r>
            <a:r>
              <a:rPr lang="es-ES" sz="2800" dirty="0" err="1">
                <a:latin typeface="+mn-lt"/>
              </a:rPr>
              <a:t>ext</a:t>
            </a:r>
            <a:r>
              <a:rPr lang="es-ES" sz="2800" dirty="0">
                <a:latin typeface="+mn-lt"/>
              </a:rPr>
              <a:t>]:[archivo-a-ocultar].[</a:t>
            </a:r>
            <a:r>
              <a:rPr lang="es-ES" sz="2800" dirty="0" err="1">
                <a:latin typeface="+mn-lt"/>
              </a:rPr>
              <a:t>ext</a:t>
            </a:r>
            <a:r>
              <a:rPr lang="es-ES" sz="2800" dirty="0">
                <a:latin typeface="+mn-lt"/>
              </a:rPr>
              <a:t>] </a:t>
            </a:r>
            <a:endParaRPr lang="es-DO" sz="2800" dirty="0">
              <a:latin typeface="+mn-lt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3776935-6E75-149A-4470-A9A97D9FE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1092" y="3541769"/>
            <a:ext cx="9569813" cy="2580623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9B09339-7AC1-460E-0600-9656ADDB1F44}"/>
              </a:ext>
            </a:extLst>
          </p:cNvPr>
          <p:cNvSpPr txBox="1"/>
          <p:nvPr/>
        </p:nvSpPr>
        <p:spPr>
          <a:xfrm>
            <a:off x="3229894" y="660369"/>
            <a:ext cx="57322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DO" sz="2800" b="1" dirty="0"/>
              <a:t>El primer método que utilizaremos es utilizando ADS (Alterna Data </a:t>
            </a:r>
            <a:r>
              <a:rPr lang="es-DO" sz="2800" b="1" dirty="0" err="1"/>
              <a:t>String</a:t>
            </a:r>
            <a:r>
              <a:rPr lang="es-DO" sz="2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78138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6BB4C2-F974-AC2E-5D67-952C7DCBD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844"/>
            <a:ext cx="3834581" cy="4026309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Luego lo mas prudente es eliminar el archivo original que se ocultó, pero antes de, le muestro el contenido del mismo con: </a:t>
            </a:r>
            <a:r>
              <a:rPr lang="es-ES" dirty="0" err="1"/>
              <a:t>type</a:t>
            </a:r>
            <a:r>
              <a:rPr lang="es-ES" dirty="0"/>
              <a:t> </a:t>
            </a:r>
            <a:r>
              <a:rPr lang="es-ES" sz="2800" dirty="0">
                <a:latin typeface="+mn-lt"/>
              </a:rPr>
              <a:t>[archivo-a-ocultar].[</a:t>
            </a:r>
            <a:r>
              <a:rPr lang="es-ES" sz="2800" dirty="0" err="1">
                <a:latin typeface="+mn-lt"/>
              </a:rPr>
              <a:t>ext</a:t>
            </a:r>
            <a:r>
              <a:rPr lang="es-ES" sz="2800" dirty="0">
                <a:latin typeface="+mn-lt"/>
              </a:rPr>
              <a:t>] y para comprobar que se eliminó tecleamos el comando </a:t>
            </a:r>
            <a:r>
              <a:rPr lang="es-ES" sz="2800" dirty="0" err="1">
                <a:latin typeface="+mn-lt"/>
              </a:rPr>
              <a:t>dir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C81860-3A5B-8AD5-0548-24C570458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507" y="1573922"/>
            <a:ext cx="6474293" cy="371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88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40122-F702-8D6D-133C-3BCCD695A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730" y="939070"/>
            <a:ext cx="10075606" cy="2369267"/>
          </a:xfrm>
        </p:spPr>
        <p:txBody>
          <a:bodyPr>
            <a:normAutofit/>
          </a:bodyPr>
          <a:lstStyle/>
          <a:p>
            <a:r>
              <a:rPr lang="es-DO" sz="2800" dirty="0">
                <a:latin typeface="+mn-lt"/>
              </a:rPr>
              <a:t>Y por último comprobamos que no se muestra el contenido del archivo oculto con </a:t>
            </a:r>
            <a:r>
              <a:rPr lang="es-DO" sz="2800" dirty="0" err="1">
                <a:latin typeface="+mn-lt"/>
              </a:rPr>
              <a:t>type</a:t>
            </a:r>
            <a:r>
              <a:rPr lang="es-DO" sz="2800" dirty="0">
                <a:latin typeface="+mn-lt"/>
              </a:rPr>
              <a:t> </a:t>
            </a:r>
            <a:r>
              <a:rPr lang="es-ES" sz="2800" dirty="0">
                <a:latin typeface="+mn-lt"/>
              </a:rPr>
              <a:t>[archivo-a-mostrar].[</a:t>
            </a:r>
            <a:r>
              <a:rPr lang="es-ES" sz="2800" dirty="0" err="1">
                <a:latin typeface="+mn-lt"/>
              </a:rPr>
              <a:t>ext</a:t>
            </a:r>
            <a:r>
              <a:rPr lang="es-ES" sz="2800" dirty="0">
                <a:latin typeface="+mn-lt"/>
              </a:rPr>
              <a:t>], para ello debemos de teclear: more &lt; [archivo-a-mostrar].[</a:t>
            </a:r>
            <a:r>
              <a:rPr lang="es-ES" sz="2800" dirty="0" err="1">
                <a:latin typeface="+mn-lt"/>
              </a:rPr>
              <a:t>ext</a:t>
            </a:r>
            <a:r>
              <a:rPr lang="es-ES" sz="2800" dirty="0">
                <a:latin typeface="+mn-lt"/>
              </a:rPr>
              <a:t>]:[archivo-a-ocultar].[</a:t>
            </a:r>
            <a:r>
              <a:rPr lang="es-ES" sz="2800" dirty="0" err="1">
                <a:latin typeface="+mn-lt"/>
              </a:rPr>
              <a:t>ext</a:t>
            </a:r>
            <a:r>
              <a:rPr lang="es-ES" sz="2800" dirty="0">
                <a:latin typeface="+mn-lt"/>
              </a:rPr>
              <a:t>], vale la pena también mencionar que este método se utiliza con el sistema de archivo NTFS </a:t>
            </a:r>
            <a:endParaRPr lang="es-DO" sz="2800" dirty="0">
              <a:latin typeface="+mn-lt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92B74E6-14E5-9C0A-7CD1-0F5F73CC30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324" y="3308337"/>
            <a:ext cx="10225352" cy="2217085"/>
          </a:xfrm>
        </p:spPr>
      </p:pic>
    </p:spTree>
    <p:extLst>
      <p:ext uri="{BB962C8B-B14F-4D97-AF65-F5344CB8AC3E}">
        <p14:creationId xmlns:p14="http://schemas.microsoft.com/office/powerpoint/2010/main" val="2231091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A0922-7E89-A99C-3450-CB60A6EE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222" y="227013"/>
            <a:ext cx="8261555" cy="1935623"/>
          </a:xfrm>
        </p:spPr>
        <p:txBody>
          <a:bodyPr>
            <a:normAutofit/>
          </a:bodyPr>
          <a:lstStyle/>
          <a:p>
            <a:r>
              <a:rPr lang="es-DO" sz="2800" dirty="0">
                <a:latin typeface="+mn-lt"/>
              </a:rPr>
              <a:t>Y para corroborar la efectividad del método verificamos que la opción de mostrar los elementos ocultos en el sistema está activa y no se visualiza el archivo ocultado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BD430CE-8DE7-553E-96D9-4CD376854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7796" y="2162636"/>
            <a:ext cx="8675970" cy="4177318"/>
          </a:xfrm>
        </p:spPr>
      </p:pic>
    </p:spTree>
    <p:extLst>
      <p:ext uri="{BB962C8B-B14F-4D97-AF65-F5344CB8AC3E}">
        <p14:creationId xmlns:p14="http://schemas.microsoft.com/office/powerpoint/2010/main" val="3156543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F6FA60A-B9B4-D51D-58E7-BEA3C96ADEEC}"/>
              </a:ext>
            </a:extLst>
          </p:cNvPr>
          <p:cNvSpPr txBox="1"/>
          <p:nvPr/>
        </p:nvSpPr>
        <p:spPr>
          <a:xfrm>
            <a:off x="848646" y="797510"/>
            <a:ext cx="1049470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DO" sz="2800" b="1" dirty="0"/>
              <a:t>El segundo método que utilizaremos es con el comando “</a:t>
            </a:r>
            <a:r>
              <a:rPr lang="es-DO" sz="2800" b="1" dirty="0" err="1"/>
              <a:t>attrib</a:t>
            </a:r>
            <a:r>
              <a:rPr lang="es-DO" sz="2800" b="1" dirty="0"/>
              <a:t>”</a:t>
            </a:r>
          </a:p>
          <a:p>
            <a:endParaRPr lang="es-DO" sz="2800" b="1" dirty="0"/>
          </a:p>
          <a:p>
            <a:r>
              <a:rPr lang="es-DO" sz="2800" dirty="0"/>
              <a:t>Consiste en modificar la visibilidad mediante los atributos del archivo. Los principales atributos que puedes manejar con </a:t>
            </a:r>
            <a:r>
              <a:rPr lang="es-DO" sz="2800" dirty="0" err="1"/>
              <a:t>attrib</a:t>
            </a:r>
            <a:r>
              <a:rPr lang="es-DO" sz="2800" dirty="0"/>
              <a:t> son:</a:t>
            </a:r>
          </a:p>
          <a:p>
            <a:pPr marL="457200" indent="-457200">
              <a:buFontTx/>
              <a:buChar char="-"/>
            </a:pPr>
            <a:r>
              <a:rPr lang="es-DO" sz="2800" dirty="0"/>
              <a:t>R (</a:t>
            </a:r>
            <a:r>
              <a:rPr lang="es-DO" sz="2800" dirty="0" err="1"/>
              <a:t>Read-only</a:t>
            </a:r>
            <a:r>
              <a:rPr lang="es-DO" sz="2800" dirty="0"/>
              <a:t>): Archivo de solo lectura.</a:t>
            </a:r>
          </a:p>
          <a:p>
            <a:pPr marL="457200" indent="-457200">
              <a:buFontTx/>
              <a:buChar char="-"/>
            </a:pPr>
            <a:r>
              <a:rPr lang="es-DO" sz="2800" dirty="0"/>
              <a:t>A (Archive): Archivo marcado para copias de seguridad.</a:t>
            </a:r>
          </a:p>
          <a:p>
            <a:pPr marL="457200" indent="-457200">
              <a:buFontTx/>
              <a:buChar char="-"/>
            </a:pPr>
            <a:r>
              <a:rPr lang="es-DO" sz="2800" dirty="0"/>
              <a:t>S (</a:t>
            </a:r>
            <a:r>
              <a:rPr lang="es-DO" sz="2800" dirty="0" err="1"/>
              <a:t>System</a:t>
            </a:r>
            <a:r>
              <a:rPr lang="es-DO" sz="2800" dirty="0"/>
              <a:t>): Archivo de sistema.</a:t>
            </a:r>
          </a:p>
          <a:p>
            <a:pPr marL="457200" indent="-457200">
              <a:buFontTx/>
              <a:buChar char="-"/>
            </a:pPr>
            <a:r>
              <a:rPr lang="es-DO" sz="2800" dirty="0"/>
              <a:t>H (</a:t>
            </a:r>
            <a:r>
              <a:rPr lang="es-DO" sz="2800" dirty="0" err="1"/>
              <a:t>Hidden</a:t>
            </a:r>
            <a:r>
              <a:rPr lang="es-DO" sz="2800" dirty="0"/>
              <a:t>): Archivo oculto.- O (Offline): Archivo sin conexión.</a:t>
            </a:r>
          </a:p>
          <a:p>
            <a:pPr marL="457200" indent="-457200">
              <a:buFontTx/>
              <a:buChar char="-"/>
            </a:pPr>
            <a:r>
              <a:rPr lang="es-DO" sz="2800" dirty="0"/>
              <a:t>I (</a:t>
            </a:r>
            <a:r>
              <a:rPr lang="es-DO" sz="2800" dirty="0" err="1"/>
              <a:t>Not</a:t>
            </a:r>
            <a:r>
              <a:rPr lang="es-DO" sz="2800" dirty="0"/>
              <a:t> Content </a:t>
            </a:r>
            <a:r>
              <a:rPr lang="es-DO" sz="2800" dirty="0" err="1"/>
              <a:t>Indexed</a:t>
            </a:r>
            <a:r>
              <a:rPr lang="es-DO" sz="2800" dirty="0"/>
              <a:t>): Archivo no indexado.</a:t>
            </a:r>
          </a:p>
          <a:p>
            <a:pPr marL="457200" indent="-457200">
              <a:buFontTx/>
              <a:buChar char="-"/>
            </a:pPr>
            <a:r>
              <a:rPr lang="es-DO" sz="2800" dirty="0"/>
              <a:t>X (No </a:t>
            </a:r>
            <a:r>
              <a:rPr lang="es-DO" sz="2800" dirty="0" err="1"/>
              <a:t>Scrub</a:t>
            </a:r>
            <a:r>
              <a:rPr lang="es-DO" sz="2800" dirty="0"/>
              <a:t>): Archivo con atributo de limpieza desactivado.</a:t>
            </a:r>
          </a:p>
          <a:p>
            <a:pPr marL="457200" indent="-457200">
              <a:buFontTx/>
              <a:buChar char="-"/>
            </a:pPr>
            <a:r>
              <a:rPr lang="es-DO" sz="2800" dirty="0"/>
              <a:t>P (</a:t>
            </a:r>
            <a:r>
              <a:rPr lang="es-DO" sz="2800" dirty="0" err="1"/>
              <a:t>Pinned</a:t>
            </a:r>
            <a:r>
              <a:rPr lang="es-DO" sz="2800" dirty="0"/>
              <a:t>) / U (</a:t>
            </a:r>
            <a:r>
              <a:rPr lang="es-DO" sz="2800" dirty="0" err="1"/>
              <a:t>Unpinned</a:t>
            </a:r>
            <a:r>
              <a:rPr lang="es-DO" sz="2800" dirty="0"/>
              <a:t>): Para archivos anclados o desanclados.</a:t>
            </a:r>
          </a:p>
          <a:p>
            <a:pPr marL="457200" indent="-457200">
              <a:buFontTx/>
              <a:buChar char="-"/>
            </a:pPr>
            <a:r>
              <a:rPr lang="es-DO" sz="2800" dirty="0"/>
              <a:t>B (SMR Blob): Atributo para ciertos blobs de almacenamiento.</a:t>
            </a:r>
          </a:p>
        </p:txBody>
      </p:sp>
    </p:spTree>
    <p:extLst>
      <p:ext uri="{BB962C8B-B14F-4D97-AF65-F5344CB8AC3E}">
        <p14:creationId xmlns:p14="http://schemas.microsoft.com/office/powerpoint/2010/main" val="1801433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6FC1C7-E841-8305-FD64-5510D886C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A082E4-2E08-CC7C-162F-D210D7531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En cuanto a los operadores, básicamente se utilizan los signos + o - para agregar o quitar esos atributos.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La forma de realizar este método es la siguiente, tecleamos: </a:t>
            </a:r>
            <a:r>
              <a:rPr lang="es-ES" dirty="0" err="1"/>
              <a:t>attrib</a:t>
            </a:r>
            <a:r>
              <a:rPr lang="es-ES" dirty="0"/>
              <a:t> </a:t>
            </a:r>
            <a:r>
              <a:rPr lang="es-ES" sz="2800" dirty="0">
                <a:latin typeface="+mn-lt"/>
              </a:rPr>
              <a:t>[operador-aritm</a:t>
            </a:r>
            <a:r>
              <a:rPr lang="es-ES" dirty="0"/>
              <a:t>ético</a:t>
            </a:r>
            <a:r>
              <a:rPr lang="es-ES" sz="2800" dirty="0">
                <a:latin typeface="+mn-lt"/>
              </a:rPr>
              <a:t>][atributo acortado] [nombre-archivo].[</a:t>
            </a:r>
            <a:r>
              <a:rPr lang="es-ES" sz="2800" dirty="0" err="1">
                <a:latin typeface="+mn-lt"/>
              </a:rPr>
              <a:t>ext</a:t>
            </a:r>
            <a:r>
              <a:rPr lang="es-ES" sz="2800" dirty="0">
                <a:latin typeface="+mn-lt"/>
              </a:rPr>
              <a:t>], tener en cuenta que se puede modificar mas de un atributo a la vez, por ejemplo: </a:t>
            </a:r>
            <a:r>
              <a:rPr lang="es-ES" sz="2800" dirty="0" err="1">
                <a:latin typeface="+mn-lt"/>
              </a:rPr>
              <a:t>attrib</a:t>
            </a:r>
            <a:r>
              <a:rPr lang="es-ES" sz="2800" dirty="0">
                <a:latin typeface="+mn-lt"/>
              </a:rPr>
              <a:t> –h –s –r publico.txt</a:t>
            </a: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123498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892FE-9F47-564E-27CD-E34F60888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93" y="365125"/>
            <a:ext cx="10016613" cy="2089677"/>
          </a:xfrm>
        </p:spPr>
        <p:txBody>
          <a:bodyPr>
            <a:normAutofit/>
          </a:bodyPr>
          <a:lstStyle/>
          <a:p>
            <a:r>
              <a:rPr lang="es-DO" sz="2800" dirty="0">
                <a:latin typeface="+mn-lt"/>
              </a:rPr>
              <a:t>En la primera imagen vemos que el archivo está visible y luego de aplicarle el atributo ya no lo está, en la segunda le aplicamos la reversa para que el archivo vuelva a su estado normal de visibilidad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74A34265-E2F0-FC9D-EDF1-A92CAFC50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54802"/>
            <a:ext cx="4689061" cy="3907551"/>
          </a:xfr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2511096-1A3B-2597-F7AB-A2B35832F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110" y="3721961"/>
            <a:ext cx="5473690" cy="264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46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DAE71-E40B-2B6D-DDA5-32D329E8E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89858A-7BB0-FBFA-BB5C-214987548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020243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9FC0CF-72A2-E683-D4A7-6EA8A49C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ED7F5B-8FAD-6C33-F83D-A6CA89141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79561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42F4D5-BD6D-C6C2-D0EA-9AF68153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24F852-C1B9-4274-FB79-06A5B166A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598568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C416C-E4F0-FD1B-6AC7-13F29C016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5CE6E2-1FCA-4EF8-2155-3083E183B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744852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79764" y="1146752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s-DO" sz="3600" b="1" dirty="0"/>
              <a:t>Lo aprendido:</a:t>
            </a:r>
          </a:p>
          <a:p>
            <a:endParaRPr lang="es-DO" dirty="0"/>
          </a:p>
          <a:p>
            <a:pPr marL="0" indent="0">
              <a:buNone/>
            </a:pPr>
            <a:r>
              <a:rPr lang="es-ES" dirty="0"/>
              <a:t>En esta .</a:t>
            </a: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31204874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476</Words>
  <Application>Microsoft Office PowerPoint</Application>
  <PresentationFormat>Panorámica</PresentationFormat>
  <Paragraphs>31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Tema de Office</vt:lpstr>
      <vt:lpstr>Presentación de PowerPoint</vt:lpstr>
      <vt:lpstr>Cuando tenemos los archivos de texto a ocultar tecleamos el siguiente comando: type [archivo-a-ocultar].[ext] &gt; [archivo-a-mostrar].[ext]:[archivo-a-ocultar].[ext] </vt:lpstr>
      <vt:lpstr>Presentación de PowerPoint</vt:lpstr>
      <vt:lpstr>Y por último comprobamos que no se muestra el contenido del archivo oculto con type [archivo-a-mostrar].[ext], para ello debemos de teclear: more &lt; [archivo-a-mostrar].[ext]:[archivo-a-ocultar].[ext], vale la pena también mencionar que este método se utiliza con el sistema de archivo NTFS </vt:lpstr>
      <vt:lpstr>Y para corroborar la efectividad del método verificamos que la opción de mostrar los elementos ocultos en el sistema está activa y no se visualiza el archivo ocultado</vt:lpstr>
      <vt:lpstr>Presentación de PowerPoint</vt:lpstr>
      <vt:lpstr>Presentación de PowerPoint</vt:lpstr>
      <vt:lpstr>En la primera imagen vemos que el archivo está visible y luego de aplicarle el atributo ya no lo está, en la segunda le aplicamos la reversa para que el archivo vuelva a su estado normal de visibilidad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</dc:title>
  <dc:creator>Luis Reyes</dc:creator>
  <cp:lastModifiedBy>Luis Reyes Volquez</cp:lastModifiedBy>
  <cp:revision>24</cp:revision>
  <dcterms:created xsi:type="dcterms:W3CDTF">2026-03-31T00:35:05Z</dcterms:created>
  <dcterms:modified xsi:type="dcterms:W3CDTF">2026-06-15T11:28:38Z</dcterms:modified>
</cp:coreProperties>
</file>