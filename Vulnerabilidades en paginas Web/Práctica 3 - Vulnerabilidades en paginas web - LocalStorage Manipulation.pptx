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70" r:id="rId10"/>
    <p:sldId id="269" r:id="rId11"/>
  </p:sldIdLst>
  <p:sldSz cx="12192000" cy="6858000"/>
  <p:notesSz cx="6858000" cy="9144000"/>
  <p:defaultTextStyle>
    <a:defPPr>
      <a:defRPr lang="es-D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8860E-61B4-4EEF-ABAB-C0D4C68502A2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D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4C016F-4F10-40CA-8A61-A1787B77C805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242384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60717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05120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793139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584720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05370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336661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839501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4982930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770771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D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652400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2490222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015817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D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D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44027-968F-401B-AFAE-2A5FEC4A70B3}" type="datetimeFigureOut">
              <a:rPr lang="es-DO" smtClean="0"/>
              <a:t>4/4/2026</a:t>
            </a:fld>
            <a:endParaRPr lang="es-D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D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E8C449-59B7-4C51-95D1-2EDD7355647E}" type="slidenum">
              <a:rPr lang="es-DO" smtClean="0"/>
              <a:t>‹Nº›</a:t>
            </a:fld>
            <a:endParaRPr lang="es-DO"/>
          </a:p>
        </p:txBody>
      </p:sp>
    </p:spTree>
    <p:extLst>
      <p:ext uri="{BB962C8B-B14F-4D97-AF65-F5344CB8AC3E}">
        <p14:creationId xmlns:p14="http://schemas.microsoft.com/office/powerpoint/2010/main" val="148672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D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elchecho3000-blip/Ciberseguridad-bootcamp/tree/main/Vulnerabilidades%20en%20paginas%20We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489200"/>
            <a:ext cx="11525100" cy="43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Fundamentos de ciberseguridad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b="1" dirty="0">
                <a:latin typeface="Verdana"/>
                <a:ea typeface="Verdana"/>
                <a:cs typeface="Verdana"/>
                <a:sym typeface="Verdana"/>
              </a:rPr>
              <a:t>Centro: </a:t>
            </a:r>
            <a:r>
              <a:rPr lang="es-ES" dirty="0" err="1">
                <a:latin typeface="Verdana"/>
                <a:ea typeface="Verdana"/>
                <a:cs typeface="Verdana"/>
                <a:sym typeface="Verdana"/>
              </a:rPr>
              <a:t>Cyberclass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Practica: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Reto</a:t>
            </a: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#3 – </a:t>
            </a:r>
            <a:r>
              <a:rPr lang="es-DO" dirty="0" err="1">
                <a:latin typeface="Verdana" panose="020B0604030504040204" pitchFamily="34" charset="0"/>
                <a:ea typeface="Verdana" panose="020B0604030504040204" pitchFamily="34" charset="0"/>
              </a:rPr>
              <a:t>LocalStorage</a:t>
            </a:r>
            <a:r>
              <a:rPr lang="es-DO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s-DO" dirty="0" err="1">
                <a:latin typeface="Verdana" panose="020B0604030504040204" pitchFamily="34" charset="0"/>
                <a:ea typeface="Verdana" panose="020B0604030504040204" pitchFamily="34" charset="0"/>
              </a:rPr>
              <a:t>Manipulation</a:t>
            </a:r>
            <a:endParaRPr lang="es-DO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lvl="0" algn="l">
              <a:buClr>
                <a:schemeClr val="dk1"/>
              </a:buClr>
              <a:buSzPts val="2400"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En esta practica encontraré una vulnerabilidad que permite cambiar el rol de acceso para el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logueo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 de una pagina web</a:t>
            </a: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652" y="475372"/>
            <a:ext cx="2342695" cy="1700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47521" y="670276"/>
            <a:ext cx="9535886" cy="536428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En primer lugar accedemos a la pagina web a vulnerar 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14" y="1344327"/>
            <a:ext cx="11107700" cy="47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97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25044" y="666206"/>
            <a:ext cx="8472540" cy="737099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Probamos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clickeando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“Actualizar estado”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27" y="1256823"/>
            <a:ext cx="10917174" cy="4820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4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470707" y="656817"/>
            <a:ext cx="7419702" cy="571092"/>
          </a:xfrm>
        </p:spPr>
        <p:txBody>
          <a:bodyPr>
            <a:normAutofit fontScale="90000"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Inspeccionamos el botón “Actualizar estado” y analizamos el código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469" y="1542133"/>
            <a:ext cx="7405940" cy="4806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0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727651" y="259651"/>
            <a:ext cx="8364585" cy="116259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Analizamos e investigamos el código y luego aplicamos lo investigado pulsando las opciones </a:t>
            </a:r>
            <a:b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 herramientas y después en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8766" y="1552874"/>
            <a:ext cx="6102353" cy="492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125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1449977" y="418011"/>
            <a:ext cx="9627326" cy="1515292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Clickeamos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 en “Local 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storage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 y luego en el enlace de la página web, al hacer esto nos arroja unos valores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841" y="2199816"/>
            <a:ext cx="7600899" cy="3926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355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316" y="600890"/>
            <a:ext cx="7432766" cy="1084218"/>
          </a:xfrm>
        </p:spPr>
        <p:txBody>
          <a:bodyPr>
            <a:normAutofit/>
          </a:bodyPr>
          <a:lstStyle/>
          <a:p>
            <a:pPr algn="ctr"/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 estos valores cambiaremos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guest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 </a:t>
            </a:r>
            <a:b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por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admin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 y luego presionamos “</a:t>
            </a:r>
            <a:r>
              <a:rPr lang="es-ES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enter</a:t>
            </a:r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62" y="1685108"/>
            <a:ext cx="6326874" cy="45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51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877389" y="434401"/>
            <a:ext cx="10437222" cy="574767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Y listo, al actualizar la página vemos que obtuvimos acceso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887" y="1152860"/>
            <a:ext cx="10936226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530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32509" y="2217511"/>
            <a:ext cx="7926977" cy="2942318"/>
          </a:xfrm>
        </p:spPr>
        <p:txBody>
          <a:bodyPr>
            <a:normAutofit/>
          </a:bodyPr>
          <a:lstStyle/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F12 para acceder a las herramientas del navegador.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Usar herramientas del navegador web.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la herramienta </a:t>
            </a:r>
            <a:r>
              <a:rPr lang="es-ES" sz="2000" b="1" dirty="0" err="1">
                <a:latin typeface="Verdana" panose="020B0604030504040204" pitchFamily="34" charset="0"/>
                <a:ea typeface="Verdana" panose="020B0604030504040204" pitchFamily="34" charset="0"/>
              </a:rPr>
              <a:t>Application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en la web.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Inspeccionar un botón web 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Leer código HTML y </a:t>
            </a:r>
            <a:r>
              <a:rPr lang="es-DO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Javascript</a:t>
            </a:r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Aprovechar las vulnerabilidades del almacenamiento local.</a:t>
            </a:r>
          </a:p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</a:rPr>
              <a:t>Tener mas conciencia a la hora de programar un sitio web.</a:t>
            </a:r>
            <a:endParaRPr lang="en-US" sz="20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s-DO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3418113" y="1227275"/>
            <a:ext cx="5355771" cy="732155"/>
          </a:xfrm>
        </p:spPr>
        <p:txBody>
          <a:bodyPr>
            <a:normAutofit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Lo aprendido en esta práctica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3768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144749" y="1863269"/>
            <a:ext cx="7876364" cy="1546137"/>
          </a:xfrm>
        </p:spPr>
        <p:txBody>
          <a:bodyPr>
            <a:normAutofit/>
          </a:bodyPr>
          <a:lstStyle/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No utilizar el almacenamiento local de la aplicación para guardar valores que otorgan acceso.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Utilizar métodos de </a:t>
            </a:r>
            <a:r>
              <a:rPr lang="es-ES" sz="2000" dirty="0" err="1">
                <a:latin typeface="Verdana" panose="020B0604030504040204" pitchFamily="34" charset="0"/>
                <a:ea typeface="Verdana" panose="020B0604030504040204" pitchFamily="34" charset="0"/>
              </a:rPr>
              <a:t>encriptamiento</a:t>
            </a:r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 sofisticados.</a:t>
            </a:r>
          </a:p>
          <a:p>
            <a:r>
              <a:rPr lang="es-ES" sz="2000" dirty="0">
                <a:latin typeface="Verdana" panose="020B0604030504040204" pitchFamily="34" charset="0"/>
                <a:ea typeface="Verdana" panose="020B0604030504040204" pitchFamily="34" charset="0"/>
              </a:rPr>
              <a:t>Tener un servidor para almacenar datos de acceso.</a:t>
            </a:r>
            <a:endParaRPr lang="es-DO" sz="2000" dirty="0"/>
          </a:p>
        </p:txBody>
      </p:sp>
      <p:sp>
        <p:nvSpPr>
          <p:cNvPr id="4" name="Título 1"/>
          <p:cNvSpPr>
            <a:spLocks noGrp="1"/>
          </p:cNvSpPr>
          <p:nvPr>
            <p:ph type="title"/>
          </p:nvPr>
        </p:nvSpPr>
        <p:spPr>
          <a:xfrm>
            <a:off x="2351851" y="1022168"/>
            <a:ext cx="7488286" cy="640714"/>
          </a:xfrm>
        </p:spPr>
        <p:txBody>
          <a:bodyPr>
            <a:normAutofit fontScale="90000"/>
          </a:bodyPr>
          <a:lstStyle/>
          <a:p>
            <a:r>
              <a:rPr lang="es-E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Medidas que podemos utilizar para evitar esto</a:t>
            </a:r>
            <a:endParaRPr lang="es-DO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ítulo 1"/>
          <p:cNvSpPr txBox="1">
            <a:spLocks/>
          </p:cNvSpPr>
          <p:nvPr/>
        </p:nvSpPr>
        <p:spPr>
          <a:xfrm>
            <a:off x="4679763" y="3854178"/>
            <a:ext cx="2832463" cy="6537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2200" b="1" dirty="0">
                <a:latin typeface="Verdana" panose="020B0604030504040204" pitchFamily="34" charset="0"/>
                <a:ea typeface="Verdana" panose="020B0604030504040204" pitchFamily="34" charset="0"/>
              </a:rPr>
              <a:t>Link de </a:t>
            </a:r>
            <a:r>
              <a:rPr lang="es-ES" sz="2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Github</a:t>
            </a:r>
            <a:endParaRPr lang="es-DO" sz="22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Marcador de contenido 2"/>
          <p:cNvSpPr txBox="1">
            <a:spLocks/>
          </p:cNvSpPr>
          <p:nvPr/>
        </p:nvSpPr>
        <p:spPr>
          <a:xfrm>
            <a:off x="1616524" y="4708343"/>
            <a:ext cx="8958943" cy="914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DO" sz="2000" dirty="0">
                <a:latin typeface="Verdana" panose="020B0604030504040204" pitchFamily="34" charset="0"/>
                <a:ea typeface="Verdana" panose="020B0604030504040204" pitchFamily="34" charset="0"/>
                <a:hlinkClick r:id="rId2"/>
              </a:rPr>
              <a:t>https://github.com/elchecho3000-blip/Ciberseguridad-bootcamp/tree/main/Vulnerabilidades%20en%20paginas%20Web</a:t>
            </a:r>
            <a:endParaRPr lang="es-DO" sz="20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695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271</Words>
  <Application>Microsoft Office PowerPoint</Application>
  <PresentationFormat>Panorámica</PresentationFormat>
  <Paragraphs>28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Verdana</vt:lpstr>
      <vt:lpstr>Tema de Office</vt:lpstr>
      <vt:lpstr>Presentación de PowerPoint</vt:lpstr>
      <vt:lpstr>En primer lugar accedemos a la pagina web a vulnerar </vt:lpstr>
      <vt:lpstr>Probamos clickeando “Actualizar estado”</vt:lpstr>
      <vt:lpstr>Inspeccionamos el botón “Actualizar estado” y analizamos el código</vt:lpstr>
      <vt:lpstr>Analizamos e investigamos el código y luego aplicamos lo investigado pulsando las opciones  de herramientas y después en Application</vt:lpstr>
      <vt:lpstr>Clickeamos en “Local storage” y luego en el enlace de la página web, al hacer esto nos arroja unos valores</vt:lpstr>
      <vt:lpstr>De estos valores cambiaremos “guest”  por “admin” y luego presionamos “enter”</vt:lpstr>
      <vt:lpstr>Y listo, al actualizar la página vemos que obtuvimos acceso</vt:lpstr>
      <vt:lpstr>Lo aprendido en esta práctica</vt:lpstr>
      <vt:lpstr>Medidas que podemos utilizar para evitar esto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Luis Reyes Volquez</cp:lastModifiedBy>
  <cp:revision>34</cp:revision>
  <dcterms:created xsi:type="dcterms:W3CDTF">2026-03-26T15:43:05Z</dcterms:created>
  <dcterms:modified xsi:type="dcterms:W3CDTF">2026-04-04T11:32:59Z</dcterms:modified>
</cp:coreProperties>
</file>