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3/4/2026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#1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–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JS </a:t>
            </a:r>
            <a:r>
              <a:rPr lang="es-DO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Exposure</a:t>
            </a:r>
            <a:endParaRPr lang="es-DO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Descripción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encontraré una vulnerabilidad que deja expuesta las credenciales para el </a:t>
            </a:r>
            <a:r>
              <a:rPr lang="es-DO" dirty="0" err="1" smtClean="0">
                <a:latin typeface="Verdana"/>
                <a:ea typeface="Verdana"/>
                <a:cs typeface="Verdana"/>
                <a:sym typeface="Verdana"/>
              </a:rPr>
              <a:t>logueo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 de una pagina web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8515" y="373075"/>
            <a:ext cx="9535886" cy="1038565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10" y="1411640"/>
            <a:ext cx="8999296" cy="451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52065" y="862149"/>
            <a:ext cx="7687868" cy="737099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Agotamos probando credenciales genéricas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959" y="1599248"/>
            <a:ext cx="81040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118" y="1459864"/>
            <a:ext cx="8760038" cy="4351338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135085" y="604566"/>
            <a:ext cx="6048103" cy="571092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Inspeccionamos el botón “Entrar”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182" y="1382477"/>
            <a:ext cx="6629629" cy="4685421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869472" y="561068"/>
            <a:ext cx="6453051" cy="614589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Analizamos el código </a:t>
            </a:r>
            <a:r>
              <a:rPr lang="es-ES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html</a:t>
            </a:r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del botón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074" y="1495046"/>
            <a:ext cx="7053991" cy="4711149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95053" y="483325"/>
            <a:ext cx="10398034" cy="881093"/>
          </a:xfrm>
        </p:spPr>
        <p:txBody>
          <a:bodyPr>
            <a:normAutofit/>
          </a:bodyPr>
          <a:lstStyle/>
          <a:p>
            <a:r>
              <a:rPr lang="es-ES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el script, analizamos la función en </a:t>
            </a:r>
            <a:r>
              <a:rPr lang="es-ES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y vemos que contiene un usuario y una contraseña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738" y="1298802"/>
            <a:ext cx="5366520" cy="4961331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21078" y="483325"/>
            <a:ext cx="10149840" cy="815477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Utilizamos dicha credencial para verificar si es la correcta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1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213" y="1294794"/>
            <a:ext cx="5801571" cy="5091175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823062" y="453191"/>
            <a:ext cx="4545874" cy="841603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Y listo,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11" y="2753088"/>
            <a:ext cx="7926977" cy="2445929"/>
          </a:xfrm>
        </p:spPr>
        <p:txBody>
          <a:bodyPr/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acceder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 las herramientas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del navegador.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Usar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herramientas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del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navegador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Inspeccionar un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botón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web 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Encontrar credenciales expuestas dentro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de un código.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hora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de programar un sitio 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35531" y="1527720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73131" y="1991633"/>
            <a:ext cx="6645730" cy="839198"/>
          </a:xfrm>
        </p:spPr>
        <p:txBody>
          <a:bodyPr>
            <a:norm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No utilizar las credenciales en el mismo código.</a:t>
            </a:r>
          </a:p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Tener un servidor que verifique las credenciales.</a:t>
            </a:r>
            <a:endParaRPr lang="es-DO" sz="2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3" y="1151166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190</Words>
  <Application>Microsoft Office PowerPoint</Application>
  <PresentationFormat>Panorámica</PresentationFormat>
  <Paragraphs>26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Agotamos probando credenciales genéricas</vt:lpstr>
      <vt:lpstr>Inspeccionamos el botón “Entrar”</vt:lpstr>
      <vt:lpstr>Analizamos el código html del botón</vt:lpstr>
      <vt:lpstr>Clickeamos el script, analizamos la función en Javascript y vemos que contiene un usuario y una contraseña </vt:lpstr>
      <vt:lpstr>Utilizamos dicha credencial para verificar si es la correcta</vt:lpstr>
      <vt:lpstr>Y listo,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Cuenta Microsoft</cp:lastModifiedBy>
  <cp:revision>21</cp:revision>
  <dcterms:created xsi:type="dcterms:W3CDTF">2026-03-26T15:43:05Z</dcterms:created>
  <dcterms:modified xsi:type="dcterms:W3CDTF">2026-04-03T21:58:58Z</dcterms:modified>
</cp:coreProperties>
</file>