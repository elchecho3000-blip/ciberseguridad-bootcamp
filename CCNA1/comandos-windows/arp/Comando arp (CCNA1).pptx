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Introduccion</a:t>
            </a:r>
            <a:r>
              <a:rPr lang="es-ES" dirty="0"/>
              <a:t> a las redes (CCNA1)</a:t>
            </a: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Comandos </a:t>
            </a:r>
            <a:r>
              <a:rPr lang="es-ES" dirty="0" err="1" smtClean="0"/>
              <a:t>arp</a:t>
            </a:r>
            <a:r>
              <a:rPr lang="es-ES" dirty="0" smtClean="0"/>
              <a:t> para </a:t>
            </a:r>
            <a:r>
              <a:rPr lang="es-ES" dirty="0"/>
              <a:t>CMD de Windows</a:t>
            </a:r>
          </a:p>
          <a:p>
            <a:r>
              <a:rPr lang="es-ES" dirty="0"/>
              <a:t>Luis Reyes </a:t>
            </a:r>
            <a:r>
              <a:rPr lang="es-ES" dirty="0" err="1"/>
              <a:t>Volquez</a:t>
            </a:r>
            <a:endParaRPr lang="es-ES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 smtClean="0"/>
              <a:t>arp</a:t>
            </a:r>
            <a:r>
              <a:rPr lang="es-ES" dirty="0" smtClean="0"/>
              <a:t> -a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01501" y="1472928"/>
            <a:ext cx="5181600" cy="4351338"/>
          </a:xfrm>
        </p:spPr>
        <p:txBody>
          <a:bodyPr/>
          <a:lstStyle/>
          <a:p>
            <a:r>
              <a:rPr lang="es-ES" dirty="0"/>
              <a:t>Se utiliza para ver los </a:t>
            </a:r>
            <a:r>
              <a:rPr lang="es-ES" dirty="0" smtClean="0"/>
              <a:t>grupos locales en el sistema.</a:t>
            </a:r>
            <a:endParaRPr lang="es-DO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76" y="2369004"/>
            <a:ext cx="4819650" cy="4162425"/>
          </a:xfrm>
          <a:prstGeom prst="rect">
            <a:avLst/>
          </a:prstGeom>
        </p:spPr>
      </p:pic>
      <p:pic>
        <p:nvPicPr>
          <p:cNvPr id="12" name="Marcador de contenido 11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68992"/>
            <a:ext cx="5181600" cy="3064603"/>
          </a:xfrm>
        </p:spPr>
      </p:pic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 smtClean="0"/>
              <a:t>arp</a:t>
            </a:r>
            <a:r>
              <a:rPr lang="es-ES" dirty="0" smtClean="0"/>
              <a:t> -a -N [dirección </a:t>
            </a:r>
            <a:r>
              <a:rPr lang="es-ES" dirty="0" err="1" smtClean="0"/>
              <a:t>ip</a:t>
            </a:r>
            <a:r>
              <a:rPr lang="es-ES" dirty="0" smtClean="0"/>
              <a:t>]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047694"/>
            <a:ext cx="5181600" cy="4351338"/>
          </a:xfrm>
        </p:spPr>
        <p:txBody>
          <a:bodyPr/>
          <a:lstStyle/>
          <a:p>
            <a:r>
              <a:rPr lang="es-ES" dirty="0"/>
              <a:t>Se utiliza para ver </a:t>
            </a:r>
            <a:r>
              <a:rPr lang="es-ES" dirty="0" smtClean="0"/>
              <a:t>la tabla </a:t>
            </a:r>
            <a:r>
              <a:rPr lang="es-ES" dirty="0" err="1" smtClean="0"/>
              <a:t>arp</a:t>
            </a:r>
            <a:r>
              <a:rPr lang="es-ES" dirty="0" smtClean="0"/>
              <a:t> de una </a:t>
            </a:r>
            <a:r>
              <a:rPr lang="es-ES" dirty="0" err="1" smtClean="0"/>
              <a:t>ip</a:t>
            </a:r>
            <a:r>
              <a:rPr lang="es-ES" dirty="0" smtClean="0"/>
              <a:t> en especifico.</a:t>
            </a:r>
            <a:endParaRPr lang="es-D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473" y="2047694"/>
            <a:ext cx="7016931" cy="4074189"/>
          </a:xfrm>
        </p:spPr>
      </p:pic>
    </p:spTree>
    <p:extLst>
      <p:ext uri="{BB962C8B-B14F-4D97-AF65-F5344CB8AC3E}">
        <p14:creationId xmlns:p14="http://schemas.microsoft.com/office/powerpoint/2010/main" val="41551860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54</Words>
  <Application>Microsoft Office PowerPoint</Application>
  <PresentationFormat>Panorámica</PresentationFormat>
  <Paragraphs>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Introduccion a las redes (CCNA1)</vt:lpstr>
      <vt:lpstr>Comando arp -a</vt:lpstr>
      <vt:lpstr>Comando arp -a -N [dirección ip]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Cuenta Microsoft</cp:lastModifiedBy>
  <cp:revision>17</cp:revision>
  <dcterms:created xsi:type="dcterms:W3CDTF">2026-01-19T16:27:51Z</dcterms:created>
  <dcterms:modified xsi:type="dcterms:W3CDTF">2026-01-22T13:28:05Z</dcterms:modified>
</cp:coreProperties>
</file>