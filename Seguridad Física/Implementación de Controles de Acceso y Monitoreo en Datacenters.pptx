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0" r:id="rId3"/>
    <p:sldId id="258" r:id="rId4"/>
    <p:sldId id="259" r:id="rId5"/>
    <p:sldId id="261" r:id="rId6"/>
    <p:sldId id="264" r:id="rId7"/>
    <p:sldId id="263" r:id="rId8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061" autoAdjust="0"/>
  </p:normalViewPr>
  <p:slideViewPr>
    <p:cSldViewPr snapToGrid="0">
      <p:cViewPr varScale="1">
        <p:scale>
          <a:sx n="70" d="100"/>
          <a:sy n="70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03C10-CFD1-44D2-AC36-560BCF74D975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B0113-1FD1-4E20-A421-84808E5AB56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2612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497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2550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63322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7967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7840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4296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8617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58804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95590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2400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58601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7222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7714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checho3000-blip/Ciberseguridad-bootcamp/tree/main/Seguridad%20F%C3%ADsic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93518" y="2212737"/>
            <a:ext cx="12004964" cy="464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</a:p>
          <a:p>
            <a:pPr marL="0" indent="0" algn="l"/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Seguridad Física</a:t>
            </a:r>
          </a:p>
          <a:p>
            <a:pPr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Actividad: </a:t>
            </a:r>
            <a:r>
              <a:rPr lang="es-MX" dirty="0"/>
              <a:t> </a:t>
            </a:r>
            <a:r>
              <a:rPr lang="es-ES" b="0" i="0" dirty="0">
                <a:solidFill>
                  <a:srgbClr val="1D212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Implementación de Controles de Acceso y Monitoreo en </a:t>
            </a:r>
            <a:r>
              <a:rPr lang="es-ES" b="0" i="0" dirty="0" err="1">
                <a:solidFill>
                  <a:srgbClr val="1D212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Datacenters</a:t>
            </a:r>
            <a:endParaRPr lang="es-ES" b="0" i="0" dirty="0">
              <a:solidFill>
                <a:srgbClr val="1D212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>
              <a:buClr>
                <a:schemeClr val="dk1"/>
              </a:buClr>
              <a:buSzPts val="2400"/>
            </a:pPr>
            <a:r>
              <a:rPr lang="es-DO" b="1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Descripción: </a:t>
            </a:r>
            <a:r>
              <a:rPr lang="es-DO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Haremos un breve análisis sobre lo que debe de tener un </a:t>
            </a:r>
            <a:r>
              <a:rPr lang="es-MX" dirty="0" err="1">
                <a:latin typeface="Verdana" panose="020B0604030504040204" pitchFamily="34" charset="0"/>
                <a:ea typeface="Verdana" panose="020B0604030504040204" pitchFamily="34" charset="0"/>
              </a:rPr>
              <a:t>DataCenter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 a nivel de accesos, monitoreo y seguridad.</a:t>
            </a: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Link de GitHub: 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  <a:hlinkClick r:id="rId3"/>
              </a:rPr>
              <a:t>https://github.com/elchecho3000-blip/Ciberseguridad-bootcamp/tree/main/Seguridad%20F%C3%ADsica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8490" y="324976"/>
            <a:ext cx="2342695" cy="17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4965" y="1077057"/>
            <a:ext cx="3631925" cy="69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9934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EF34CD-BF5E-7220-B6B5-2C1775FC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9758" y="1482203"/>
            <a:ext cx="9352484" cy="3893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Para analizar este escenario, nos situaremos en una </a:t>
            </a:r>
            <a:r>
              <a:rPr lang="es-ES" b="1" dirty="0"/>
              <a:t>sala de servidores (Data Center)</a:t>
            </a:r>
            <a:r>
              <a:rPr lang="es-ES" dirty="0"/>
              <a:t> de una empresa mediana. Este entorno es el corazón tecnológico de la organización, por lo que un fallo físico (fuego, intrusiones, fallos eléctricos) podría paralizar por completo las operaciones.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A continuación, se presenta un análisis de los principales riesgos físicos en este escenario y los controles recomendados para minimizarlos, clasificados por categorías.</a:t>
            </a:r>
          </a:p>
          <a:p>
            <a:pPr marL="0" indent="0" algn="ctr">
              <a:buNone/>
            </a:pP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407429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BC0E27-7DF1-A6B5-EE4B-8FA20F3E7A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1876" y="951398"/>
            <a:ext cx="10148248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Climatización y Energía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DO" altLang="es-D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s-DO" altLang="es-DO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Aire Acondicionado Redundante ($N+1$):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Si falla un equipo, otro entra en soporte de inmediato para evitar sobrecalentamientos.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UPS + Generador Eléctrico: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La UPS absorbe picos y cortes breves; la planta eléctrica se activa automáticamente ante apagones prolongados.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Sensores Ambientales: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Alertas automáticas si la temperatura supera los </a:t>
            </a: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24°C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o la humedad sale del rango (</a:t>
            </a: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40% - 55%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altLang="es-D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99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6F23CC-8182-3BAC-13A0-88D355CDC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367" y="1292059"/>
            <a:ext cx="10159265" cy="42738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/>
              <a:t>2. Protección Contra Incendios</a:t>
            </a:r>
          </a:p>
          <a:p>
            <a:pPr marL="0" indent="0" algn="ctr">
              <a:buNone/>
            </a:pPr>
            <a:endParaRPr lang="es-ES" b="1" dirty="0"/>
          </a:p>
          <a:p>
            <a:pPr marL="0" indent="0" algn="ctr"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Extinción por Gas (FM-200 / </a:t>
            </a:r>
            <a:r>
              <a:rPr lang="es-ES" b="1" dirty="0" err="1"/>
              <a:t>Inergen</a:t>
            </a:r>
            <a:r>
              <a:rPr lang="es-ES" b="1" dirty="0"/>
              <a:t>):</a:t>
            </a:r>
            <a:r>
              <a:rPr lang="es-ES" dirty="0"/>
              <a:t> Apaga el fuego en segundos sofocándolo con gas, sin usar agua ni dañar los circuitos.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Detección VESDA:</a:t>
            </a:r>
            <a:r>
              <a:rPr lang="es-ES" dirty="0"/>
              <a:t> Aspira y analiza el aire constantemente para detectar humo microscópico antes de que se genere fuego visible.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153081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0FA081-B349-AE24-5518-950E0A185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6336" y="919447"/>
            <a:ext cx="9399327" cy="50191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/>
              <a:t>3. Seguridad de Acceso</a:t>
            </a:r>
          </a:p>
          <a:p>
            <a:pPr marL="0" indent="0"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Control Biométrico:</a:t>
            </a:r>
            <a:r>
              <a:rPr lang="es-ES" dirty="0"/>
              <a:t> Acceso obligatorio con huella dactilar o reconocimiento facial más tarjeta física.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CCTV Continuo:</a:t>
            </a:r>
            <a:r>
              <a:rPr lang="es-ES" dirty="0"/>
              <a:t> Cámaras de alta definición vigilando racks y accesos con grabaciones guardadas por un mínimo de 30 días.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Gabinetes (Racks) con Llave:</a:t>
            </a:r>
            <a:r>
              <a:rPr lang="es-ES" dirty="0"/>
              <a:t> Servidores resguardados bajo llave, incluso dentro de la misma sala.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144064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ADA350-1B39-F1EE-344B-3F6DA23A0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9133"/>
            <a:ext cx="10515600" cy="51397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/>
              <a:t>4. Diseño del Entorno</a:t>
            </a:r>
          </a:p>
          <a:p>
            <a:pPr marL="0" indent="0" algn="ctr"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Ubicación Intermedia:</a:t>
            </a:r>
            <a:r>
              <a:rPr lang="es-ES" dirty="0"/>
              <a:t> Nunca en sótanos (inundaciones) ni en el último piso (filtraciones).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Falso Piso (Piso Técnico):</a:t>
            </a:r>
            <a:r>
              <a:rPr lang="es-ES" dirty="0"/>
              <a:t> Eleva los equipos del suelo y organiza el cableado de forma segura por debajo.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Sin Ventanas:</a:t>
            </a:r>
            <a:r>
              <a:rPr lang="es-ES" dirty="0"/>
              <a:t> Elimina puntos de fuga térmica, filtraciones de agua o accesos forzados desde el exterior.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3998294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2F1B1B-F593-5674-7A54-FDE64D91A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724" y="1091252"/>
            <a:ext cx="9206552" cy="56245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b="1" dirty="0"/>
              <a:t>Lo aprendido:</a:t>
            </a:r>
          </a:p>
          <a:p>
            <a:pPr marL="0" indent="0" algn="ctr">
              <a:buNone/>
            </a:pPr>
            <a:endParaRPr lang="es-MX" b="1" dirty="0"/>
          </a:p>
          <a:p>
            <a:pPr marL="0" indent="0">
              <a:buNone/>
            </a:pPr>
            <a:r>
              <a:rPr lang="es-ES" dirty="0"/>
              <a:t>Para proteger una sala de servidores se deben implementar cuatro pilares de seguridad física: </a:t>
            </a:r>
            <a:r>
              <a:rPr lang="es-ES" b="1" dirty="0"/>
              <a:t>energía y clima redundantes</a:t>
            </a:r>
            <a:r>
              <a:rPr lang="es-ES" dirty="0"/>
              <a:t> (UPS y aire acondicionado de respaldo) para evitar apagones y sobrecalentamientos; </a:t>
            </a:r>
            <a:r>
              <a:rPr lang="es-ES" b="1" dirty="0"/>
              <a:t>extinción por gas</a:t>
            </a:r>
            <a:r>
              <a:rPr lang="es-ES" dirty="0"/>
              <a:t> para sofocar incendios sin dañar los equipos; </a:t>
            </a:r>
            <a:r>
              <a:rPr lang="es-ES" b="1" dirty="0"/>
              <a:t>control de acceso biométrico y CCTV</a:t>
            </a:r>
            <a:r>
              <a:rPr lang="es-ES" dirty="0"/>
              <a:t> para impedir intrusiones; y una </a:t>
            </a:r>
            <a:r>
              <a:rPr lang="es-ES" b="1" dirty="0"/>
              <a:t>ubicación estratégica</a:t>
            </a:r>
            <a:r>
              <a:rPr lang="es-ES" dirty="0"/>
              <a:t> (pisos intermedios, sin ventanas y con falso piso) para blindar el entorno contra inundaciones o filtraciones.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33644916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483</Words>
  <Application>Microsoft Office PowerPoint</Application>
  <PresentationFormat>Panorámica</PresentationFormat>
  <Paragraphs>41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Luis Reyes Volquez</cp:lastModifiedBy>
  <cp:revision>28</cp:revision>
  <dcterms:created xsi:type="dcterms:W3CDTF">2026-04-23T16:05:39Z</dcterms:created>
  <dcterms:modified xsi:type="dcterms:W3CDTF">2026-06-30T17:56:43Z</dcterms:modified>
</cp:coreProperties>
</file>