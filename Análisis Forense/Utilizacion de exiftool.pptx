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7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EE4DF5F-86F9-5F14-B807-DF75A14983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A8BD3249-F690-4BBA-61A5-A060E56A71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CFAA77BD-83CF-8798-CDE4-AAFE4E871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D45700C0-E7D4-9ADE-756E-0BB7DF112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812B4956-CF58-84F6-A362-36D87425A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866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A51C22A-46EF-B7F7-DA9F-FFC646680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xmlns="" id="{A53B9B53-B116-B5AB-097A-CF499D9EAD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641F34A0-DA1E-0C5F-35CD-3444CC230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94648977-B820-4807-0731-261B902FD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E9F4C08C-3EE1-33F2-79A6-030266950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9485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0ABF7DA-EBE4-1053-73F8-FAE756D99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xmlns="" id="{210D9FAC-30AA-41EB-2FAD-2D14E01A87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49F25522-CB91-2B90-6748-3B6D43E65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0E6D1450-5D93-FED1-D489-2C0DBD0AA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CF5D2F38-1C10-6B9C-0ED8-23543970A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3835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7B5B587-AE33-60B5-00D5-3C3F672122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xmlns="" id="{E6C43273-DA38-1E89-2C28-5FF939D2B3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xmlns="" id="{74D698C4-5829-7233-7B4E-C251FE0997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xmlns="" id="{7E977B2E-C4CD-4D2B-2878-92CF7FB716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xmlns="" id="{62B19627-C344-00EA-0E00-A5E7276C9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xmlns="" id="{9BC9E700-6417-4C44-2F11-733E7D7EF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9372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D41B00E-2E34-C83D-5443-54B0A2599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xmlns="" id="{F9B325F6-08C6-55A3-5389-3741580B46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xmlns="" id="{471E0E68-A162-4BE8-65D3-62BD56B66C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xmlns="" id="{8AFD13B6-4339-CCD9-CAC8-6D1012ACDD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xmlns="" id="{1E7BAA4A-179E-6050-222C-D06160EE19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xmlns="" id="{F09477E7-A7CC-2F29-BACF-57BBB4AA6F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xmlns="" id="{29651D8F-A5B1-B34B-6F87-FEF29B031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xmlns="" id="{C25A7A89-8E33-9953-8269-80B6D440B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2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2E9802B-E5D9-D1CC-2C16-1D4B3D423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xmlns="" id="{8E8276DE-E2D8-FDD8-811C-F60DBF9690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xmlns="" id="{5EA15A6A-5967-555E-2E8F-AD5BE8A6C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D3F0BE36-C324-0896-CCE0-B53F49733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111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xmlns="" id="{8B3F4718-C4BE-2AB0-37D5-E5099C957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xmlns="" id="{BE3350FE-D811-B801-D003-50C4B1CEB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131DC38B-1F68-631D-CF5C-7CDBA7608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0714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5CCDD9A-10F9-BA6A-3307-A4D2184E3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xmlns="" id="{63B55335-7D17-0DC1-F3D9-59D75E047E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xmlns="" id="{578DBA60-6F4A-CDEF-E714-412937022C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xmlns="" id="{FE2BD7D4-6BD4-E5B6-0D60-552ED0BBE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xmlns="" id="{564091E5-C77D-6678-C590-FCE7BC7F5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xmlns="" id="{4620BBE9-8C5F-4D41-50E6-D71393C9F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90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B0DA692-C551-3ACF-5625-CEFE488EC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xmlns="" id="{C1865D7E-1171-E6F9-4A78-BC1B7FCB14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xmlns="" id="{B247CF7C-4A8C-33F6-ADF3-7805D40A0C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xmlns="" id="{DBB96CCD-FB64-1AC1-E3A4-C53440D9D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xmlns="" id="{515C5ABB-C0F4-D3B3-DE51-FB8CEBAA5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xmlns="" id="{21B5C441-8A15-1221-64BB-3E6BA2D74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025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BDA917F-8A42-ED75-0D14-1DE743753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xmlns="" id="{6B5D46D3-60FA-71EB-87D8-B6AF14D436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DBE5F3A7-93B9-5B33-B99C-2E1D5FB3C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09E310C9-C1DE-F06E-70C3-33CA1DD41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98062832-5E06-DC39-235B-C353E3092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985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CCDE9587-3760-07E5-5F2E-F01E8C253E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xmlns="" id="{F83BC921-584E-4656-DBE2-E845A18EF3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E865357F-8FC1-262E-7EFC-16C1193B5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9E1921B1-FA5C-BF47-1FDC-6069110355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C6094725-EE54-29AA-C8A2-36D8AE682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9227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xmlns="" id="{4C2981F2-5468-4048-53AA-5D3CB2BB6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xmlns="" id="{729534CB-B1FA-9393-6593-CCC109E747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xmlns="" id="{4DAAECA9-F9C9-FB14-5653-2EBF9EF543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A09876-62AC-4B3E-B995-35F1DBFE7EBB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xmlns="" id="{A30EDEEE-B69A-54EA-8A4B-636639A9F7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A05DDD59-44B7-8943-454F-1B61B51E13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7348AD-A998-4A3D-9C03-778291B738D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718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elchecho3000-blip/Ciberseguridad-bootcamp/tree/main/An%C3%A1lisis%20Forens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contenido 6">
            <a:extLst>
              <a:ext uri="{FF2B5EF4-FFF2-40B4-BE49-F238E27FC236}">
                <a16:creationId xmlns:a16="http://schemas.microsoft.com/office/drawing/2014/main" xmlns="" id="{C92AB771-0ADD-99B2-D56D-9D6632AA92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236" y="2685039"/>
            <a:ext cx="11707091" cy="407641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DO" b="1" dirty="0"/>
              <a:t>Participante: </a:t>
            </a:r>
            <a:r>
              <a:rPr lang="es-DO" dirty="0"/>
              <a:t>Luis Ramón Reyes </a:t>
            </a:r>
            <a:r>
              <a:rPr lang="es-DO" dirty="0" err="1"/>
              <a:t>Volquez</a:t>
            </a:r>
            <a:r>
              <a:rPr lang="es-DO" dirty="0"/>
              <a:t>	</a:t>
            </a:r>
          </a:p>
          <a:p>
            <a:pPr marL="0" indent="0">
              <a:buNone/>
            </a:pPr>
            <a:r>
              <a:rPr lang="es-DO" b="1" dirty="0"/>
              <a:t>Técnico: </a:t>
            </a:r>
            <a:r>
              <a:rPr lang="es-DO" dirty="0"/>
              <a:t>Ciberseguridad</a:t>
            </a:r>
          </a:p>
          <a:p>
            <a:pPr marL="0" indent="0">
              <a:buNone/>
            </a:pPr>
            <a:r>
              <a:rPr lang="es-DO" b="1" dirty="0"/>
              <a:t>Módulo: </a:t>
            </a:r>
            <a:r>
              <a:rPr lang="es-DO" dirty="0" smtClean="0"/>
              <a:t>Análisis Forense</a:t>
            </a:r>
            <a:endParaRPr lang="es-DO" dirty="0"/>
          </a:p>
          <a:p>
            <a:pPr marL="0" indent="0">
              <a:buNone/>
            </a:pPr>
            <a:r>
              <a:rPr lang="es-DO" b="1" dirty="0"/>
              <a:t>Facilitador: </a:t>
            </a:r>
            <a:r>
              <a:rPr lang="es-DO" dirty="0"/>
              <a:t>Kevin Feliz </a:t>
            </a:r>
            <a:r>
              <a:rPr lang="es-DO" dirty="0" smtClean="0"/>
              <a:t>Henríquez</a:t>
            </a:r>
            <a:endParaRPr lang="es-DO" dirty="0"/>
          </a:p>
          <a:p>
            <a:pPr marL="0" indent="0">
              <a:buNone/>
            </a:pPr>
            <a:r>
              <a:rPr lang="es-DO" b="1" dirty="0"/>
              <a:t>Centro: </a:t>
            </a:r>
            <a:r>
              <a:rPr lang="es-DO" dirty="0" err="1"/>
              <a:t>Cyberclass</a:t>
            </a:r>
            <a:r>
              <a:rPr lang="es-DO" dirty="0"/>
              <a:t> - INFOTEP</a:t>
            </a:r>
          </a:p>
          <a:p>
            <a:pPr marL="0" indent="0">
              <a:buNone/>
            </a:pPr>
            <a:r>
              <a:rPr lang="es-DO" b="1" dirty="0"/>
              <a:t>Práctica: </a:t>
            </a:r>
            <a:r>
              <a:rPr lang="es-ES" dirty="0"/>
              <a:t>Encontrar </a:t>
            </a:r>
            <a:r>
              <a:rPr lang="es-ES" dirty="0" smtClean="0"/>
              <a:t>metadatos </a:t>
            </a:r>
            <a:r>
              <a:rPr lang="es-ES" dirty="0"/>
              <a:t>en </a:t>
            </a:r>
            <a:r>
              <a:rPr lang="es-ES" dirty="0" smtClean="0"/>
              <a:t>imágenes </a:t>
            </a:r>
            <a:r>
              <a:rPr lang="es-ES" dirty="0"/>
              <a:t>con </a:t>
            </a:r>
            <a:r>
              <a:rPr lang="es-ES" dirty="0" err="1" smtClean="0"/>
              <a:t>Exiftool</a:t>
            </a:r>
            <a:r>
              <a:rPr lang="es-ES" dirty="0" smtClean="0"/>
              <a:t>.</a:t>
            </a:r>
            <a:endParaRPr lang="es-ES" dirty="0"/>
          </a:p>
          <a:p>
            <a:pPr marL="0" indent="0">
              <a:buNone/>
            </a:pPr>
            <a:r>
              <a:rPr lang="es-DO" b="1" dirty="0" smtClean="0"/>
              <a:t>Descripción</a:t>
            </a:r>
            <a:r>
              <a:rPr lang="es-DO" b="1" dirty="0"/>
              <a:t>: </a:t>
            </a:r>
            <a:r>
              <a:rPr lang="es-DO" dirty="0" smtClean="0"/>
              <a:t>Practica de como utilizar el programa </a:t>
            </a:r>
            <a:r>
              <a:rPr lang="es-DO" dirty="0" err="1" smtClean="0"/>
              <a:t>exiftool</a:t>
            </a:r>
            <a:r>
              <a:rPr lang="es-DO" dirty="0" smtClean="0"/>
              <a:t> para la obtención de metadatos.</a:t>
            </a:r>
            <a:endParaRPr lang="es-DO" dirty="0"/>
          </a:p>
          <a:p>
            <a:pPr marL="0" indent="0">
              <a:buNone/>
            </a:pPr>
            <a:r>
              <a:rPr lang="es-DO" b="1" dirty="0"/>
              <a:t>Link de GitHub: </a:t>
            </a:r>
            <a:r>
              <a:rPr lang="es-DO" dirty="0" smtClean="0">
                <a:hlinkClick r:id="rId2"/>
              </a:rPr>
              <a:t>https://github.com/elchecho3000-blip/Ciberseguridad-bootcamp/tree/main/An%C3%A1lisis%20Forense</a:t>
            </a:r>
            <a:endParaRPr lang="en-U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xmlns="" id="{FA5D422F-3A50-7316-164A-9988FFF19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6781" y="1027144"/>
            <a:ext cx="4505954" cy="1228896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xmlns="" id="{EA604EA8-DA9D-BB26-AE97-B776E9D4B6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6399" y="65290"/>
            <a:ext cx="4162425" cy="219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744617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51262" y="434397"/>
            <a:ext cx="9289473" cy="1325563"/>
          </a:xfrm>
        </p:spPr>
        <p:txBody>
          <a:bodyPr>
            <a:noAutofit/>
          </a:bodyPr>
          <a:lstStyle/>
          <a:p>
            <a:r>
              <a:rPr lang="es-DO" sz="2800" dirty="0" smtClean="0"/>
              <a:t>Este es el programa </a:t>
            </a:r>
            <a:r>
              <a:rPr lang="es-DO" sz="2800" dirty="0" err="1" smtClean="0"/>
              <a:t>exiftool</a:t>
            </a:r>
            <a:r>
              <a:rPr lang="es-DO" sz="2800" dirty="0" smtClean="0"/>
              <a:t> el cual puede utilizarse </a:t>
            </a:r>
            <a:r>
              <a:rPr lang="es-DO" sz="2800" dirty="0" err="1" smtClean="0"/>
              <a:t>via</a:t>
            </a:r>
            <a:r>
              <a:rPr lang="es-DO" sz="2800" dirty="0" smtClean="0"/>
              <a:t> descarga o </a:t>
            </a:r>
            <a:r>
              <a:rPr lang="es-DO" sz="2800" dirty="0" err="1" smtClean="0"/>
              <a:t>via</a:t>
            </a:r>
            <a:r>
              <a:rPr lang="es-DO" sz="2800" dirty="0" smtClean="0"/>
              <a:t> web, en esta ocasión lo utilizaremos modo de descarga</a:t>
            </a:r>
            <a:endParaRPr lang="es-DO" sz="2800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39291" y="1971293"/>
            <a:ext cx="6913417" cy="4043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095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28256" y="1030143"/>
            <a:ext cx="5640417" cy="1325563"/>
          </a:xfrm>
        </p:spPr>
        <p:txBody>
          <a:bodyPr>
            <a:normAutofit/>
          </a:bodyPr>
          <a:lstStyle/>
          <a:p>
            <a:pPr algn="ctr"/>
            <a:r>
              <a:rPr lang="es-DO" sz="2800" dirty="0" smtClean="0"/>
              <a:t>Solo tenemos que arrastrar la imagen a la aplicación para el escaneo </a:t>
            </a:r>
            <a:endParaRPr lang="es-DO" sz="2800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66804" y="2579717"/>
            <a:ext cx="5363323" cy="2676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362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68682" y="351270"/>
            <a:ext cx="7654636" cy="1325563"/>
          </a:xfrm>
        </p:spPr>
        <p:txBody>
          <a:bodyPr>
            <a:normAutofit/>
          </a:bodyPr>
          <a:lstStyle/>
          <a:p>
            <a:r>
              <a:rPr lang="es-DO" sz="2800" dirty="0" smtClean="0"/>
              <a:t>Y listo, obtendremos los metadatos de dicha imagen</a:t>
            </a:r>
            <a:endParaRPr lang="es-DO" sz="2800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3917" y="1375039"/>
            <a:ext cx="6184166" cy="487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0995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60764" y="931896"/>
            <a:ext cx="4513288" cy="4930021"/>
          </a:xfrm>
          <a:prstGeom prst="rect">
            <a:avLst/>
          </a:prstGeom>
        </p:spPr>
      </p:pic>
      <p:pic>
        <p:nvPicPr>
          <p:cNvPr id="5" name="Marcador de contenido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3353" y="931895"/>
            <a:ext cx="4262741" cy="493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649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9347" y="1049018"/>
            <a:ext cx="7707380" cy="493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0045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25200" y="905319"/>
            <a:ext cx="6806728" cy="5257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38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430481" y="462108"/>
            <a:ext cx="9763992" cy="521566"/>
          </a:xfrm>
        </p:spPr>
        <p:txBody>
          <a:bodyPr>
            <a:normAutofit/>
          </a:bodyPr>
          <a:lstStyle/>
          <a:p>
            <a:r>
              <a:rPr lang="es-DO" sz="2800" b="1" dirty="0" smtClean="0"/>
              <a:t>Estos son los metadatos principales que se obtienen con </a:t>
            </a:r>
            <a:r>
              <a:rPr lang="es-DO" sz="2800" b="1" dirty="0" err="1" smtClean="0"/>
              <a:t>exiftool</a:t>
            </a:r>
            <a:endParaRPr lang="es-DO" sz="2800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93618" y="1451757"/>
            <a:ext cx="4648200" cy="5389419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b="1" dirty="0" err="1" smtClean="0">
                <a:latin typeface="+mj-lt"/>
              </a:rPr>
              <a:t>Geolocalización</a:t>
            </a:r>
            <a:endParaRPr lang="es-ES" b="1" dirty="0">
              <a:latin typeface="+mj-lt"/>
            </a:endParaRPr>
          </a:p>
          <a:p>
            <a:pPr marL="0" indent="0" algn="ctr">
              <a:buNone/>
            </a:pPr>
            <a:endParaRPr lang="es-ES" b="1" dirty="0">
              <a:latin typeface="+mj-lt"/>
            </a:endParaRPr>
          </a:p>
          <a:p>
            <a:r>
              <a:rPr lang="es-ES" dirty="0">
                <a:latin typeface="+mj-lt"/>
              </a:rPr>
              <a:t>Latitud GPS</a:t>
            </a:r>
          </a:p>
          <a:p>
            <a:r>
              <a:rPr lang="es-ES" dirty="0">
                <a:latin typeface="+mj-lt"/>
              </a:rPr>
              <a:t>Longitud GPS</a:t>
            </a:r>
          </a:p>
          <a:p>
            <a:r>
              <a:rPr lang="es-ES" dirty="0">
                <a:latin typeface="+mj-lt"/>
              </a:rPr>
              <a:t>Altitud GPS</a:t>
            </a:r>
          </a:p>
          <a:p>
            <a:r>
              <a:rPr lang="es-ES" dirty="0">
                <a:latin typeface="+mj-lt"/>
              </a:rPr>
              <a:t>Rumbo de la imagen GPS </a:t>
            </a:r>
            <a:r>
              <a:rPr lang="es-ES" dirty="0" smtClean="0">
                <a:latin typeface="+mj-lt"/>
              </a:rPr>
              <a:t>(Dirección a la que apuntaba la cámara)</a:t>
            </a:r>
          </a:p>
          <a:p>
            <a:r>
              <a:rPr lang="es-ES" dirty="0" smtClean="0">
                <a:latin typeface="+mj-lt"/>
              </a:rPr>
              <a:t>Sello de tiempo GPS (Hora UTC sincronizada por satélite)</a:t>
            </a:r>
            <a:endParaRPr lang="es-ES" dirty="0">
              <a:latin typeface="+mj-lt"/>
            </a:endParaRPr>
          </a:p>
        </p:txBody>
      </p:sp>
      <p:sp>
        <p:nvSpPr>
          <p:cNvPr id="4" name="CuadroTexto 3"/>
          <p:cNvSpPr txBox="1"/>
          <p:nvPr/>
        </p:nvSpPr>
        <p:spPr>
          <a:xfrm>
            <a:off x="6040582" y="1451757"/>
            <a:ext cx="5153891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+mj-lt"/>
              </a:rPr>
              <a:t>Fechas y </a:t>
            </a:r>
            <a:r>
              <a:rPr lang="es-ES" sz="2800" b="1" dirty="0" smtClean="0">
                <a:latin typeface="+mj-lt"/>
              </a:rPr>
              <a:t>Tiempos</a:t>
            </a:r>
          </a:p>
          <a:p>
            <a:endParaRPr lang="es-ES" sz="2800" b="1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Fecha y hora de creación del contenido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Fecha y hora de modificación del archivo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Fecha y hora de digitalización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Fecha y hora de acceso al archivo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Zona horaria del dispositivo</a:t>
            </a:r>
            <a:endParaRPr lang="es-E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2373469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630381" y="412461"/>
            <a:ext cx="5188527" cy="611303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s-ES" b="1" dirty="0">
                <a:latin typeface="+mj-lt"/>
              </a:rPr>
              <a:t>Configuración Técnica de </a:t>
            </a:r>
            <a:r>
              <a:rPr lang="es-ES" b="1" dirty="0" smtClean="0">
                <a:latin typeface="+mj-lt"/>
              </a:rPr>
              <a:t>Captura</a:t>
            </a:r>
          </a:p>
          <a:p>
            <a:pPr marL="0" indent="0" algn="ctr">
              <a:buNone/>
            </a:pPr>
            <a:r>
              <a:rPr lang="es-ES" b="1" dirty="0" smtClean="0">
                <a:latin typeface="+mj-lt"/>
              </a:rPr>
              <a:t> </a:t>
            </a:r>
            <a:endParaRPr lang="es-ES" b="1" dirty="0">
              <a:latin typeface="+mj-lt"/>
            </a:endParaRPr>
          </a:p>
          <a:p>
            <a:r>
              <a:rPr lang="es-ES" dirty="0">
                <a:latin typeface="+mj-lt"/>
              </a:rPr>
              <a:t>Tiempo de exposición </a:t>
            </a:r>
            <a:r>
              <a:rPr lang="es-ES" dirty="0" smtClean="0">
                <a:latin typeface="+mj-lt"/>
              </a:rPr>
              <a:t>(</a:t>
            </a:r>
            <a:r>
              <a:rPr lang="es-ES" dirty="0">
                <a:latin typeface="+mj-lt"/>
              </a:rPr>
              <a:t>Velocidad de obturación)</a:t>
            </a:r>
          </a:p>
          <a:p>
            <a:r>
              <a:rPr lang="es-ES" dirty="0">
                <a:latin typeface="+mj-lt"/>
              </a:rPr>
              <a:t>Apertura del diafragma </a:t>
            </a:r>
            <a:r>
              <a:rPr lang="es-ES" dirty="0" smtClean="0">
                <a:latin typeface="+mj-lt"/>
              </a:rPr>
              <a:t>(Número F)</a:t>
            </a:r>
            <a:endParaRPr lang="es-ES" dirty="0">
              <a:latin typeface="+mj-lt"/>
            </a:endParaRPr>
          </a:p>
          <a:p>
            <a:r>
              <a:rPr lang="es-ES" dirty="0">
                <a:latin typeface="+mj-lt"/>
              </a:rPr>
              <a:t>Sensibilidad ISO</a:t>
            </a:r>
          </a:p>
          <a:p>
            <a:r>
              <a:rPr lang="es-ES" dirty="0">
                <a:latin typeface="+mj-lt"/>
              </a:rPr>
              <a:t>Distancia focal</a:t>
            </a:r>
          </a:p>
          <a:p>
            <a:r>
              <a:rPr lang="es-ES" dirty="0">
                <a:latin typeface="+mj-lt"/>
              </a:rPr>
              <a:t>Uso de flash (Activado/Desactivado)</a:t>
            </a:r>
          </a:p>
          <a:p>
            <a:r>
              <a:rPr lang="es-ES" dirty="0">
                <a:latin typeface="+mj-lt"/>
              </a:rPr>
              <a:t>Modo de medición de luz</a:t>
            </a:r>
          </a:p>
          <a:p>
            <a:r>
              <a:rPr lang="es-ES" dirty="0">
                <a:latin typeface="+mj-lt"/>
              </a:rPr>
              <a:t>Balance de </a:t>
            </a:r>
            <a:r>
              <a:rPr lang="es-ES" dirty="0" smtClean="0">
                <a:latin typeface="+mj-lt"/>
              </a:rPr>
              <a:t>blancos</a:t>
            </a:r>
            <a:endParaRPr lang="es-ES" dirty="0">
              <a:latin typeface="+mj-lt"/>
            </a:endParaRPr>
          </a:p>
        </p:txBody>
      </p:sp>
      <p:sp>
        <p:nvSpPr>
          <p:cNvPr id="4" name="Rectángulo 3"/>
          <p:cNvSpPr/>
          <p:nvPr/>
        </p:nvSpPr>
        <p:spPr>
          <a:xfrm>
            <a:off x="6303818" y="412461"/>
            <a:ext cx="6096000" cy="510909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s-ES" sz="2800" b="1" dirty="0">
                <a:latin typeface="+mj-lt"/>
              </a:rPr>
              <a:t>Propiedades y Estructura del </a:t>
            </a:r>
            <a:r>
              <a:rPr lang="es-ES" sz="2800" b="1" dirty="0" smtClean="0">
                <a:latin typeface="+mj-lt"/>
              </a:rPr>
              <a:t>Archivo</a:t>
            </a:r>
          </a:p>
          <a:p>
            <a:endParaRPr lang="es-ES" sz="2800" b="1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Tipo de archivo real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Tipo MIME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Tamaño del archivo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Ancho de la imagen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Alto de la imagen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Resolución horizontal y vertical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Compresión de datos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Hash del archivo (identificadores únicos incorporados)</a:t>
            </a:r>
          </a:p>
          <a:p>
            <a:endParaRPr lang="es-DO" dirty="0"/>
          </a:p>
        </p:txBody>
      </p:sp>
    </p:spTree>
    <p:extLst>
      <p:ext uri="{BB962C8B-B14F-4D97-AF65-F5344CB8AC3E}">
        <p14:creationId xmlns:p14="http://schemas.microsoft.com/office/powerpoint/2010/main" val="39334365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/>
          <p:cNvSpPr/>
          <p:nvPr/>
        </p:nvSpPr>
        <p:spPr>
          <a:xfrm>
            <a:off x="2937163" y="1731175"/>
            <a:ext cx="7813964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800" b="1" dirty="0">
                <a:latin typeface="+mj-lt"/>
              </a:rPr>
              <a:t>Identificación de Dispositivos y </a:t>
            </a:r>
            <a:r>
              <a:rPr lang="es-ES" sz="2800" b="1" dirty="0" smtClean="0">
                <a:latin typeface="+mj-lt"/>
              </a:rPr>
              <a:t>Hardware</a:t>
            </a:r>
          </a:p>
          <a:p>
            <a:endParaRPr lang="es-ES" sz="2800" b="1" dirty="0">
              <a:latin typeface="+mj-lt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Marca de la cámara/móvil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Modelo del dispositivo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Número de serie del cuerpo de la cámara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Número de serie de la lente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s-ES" sz="2800" dirty="0">
                <a:latin typeface="+mj-lt"/>
              </a:rPr>
              <a:t>Versión del firmware del dispositivo</a:t>
            </a:r>
            <a:endParaRPr lang="es-E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77018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118263" y="392834"/>
            <a:ext cx="3955473" cy="1325563"/>
          </a:xfrm>
        </p:spPr>
        <p:txBody>
          <a:bodyPr>
            <a:normAutofit/>
          </a:bodyPr>
          <a:lstStyle/>
          <a:p>
            <a:r>
              <a:rPr lang="es-DO" sz="2800" b="1" dirty="0" smtClean="0"/>
              <a:t>Con esta practica aprendí:</a:t>
            </a:r>
            <a:endParaRPr lang="es-DO" sz="2800" b="1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DO" dirty="0" smtClean="0">
                <a:latin typeface="+mj-lt"/>
              </a:rPr>
              <a:t>A utilizar la herramienta “</a:t>
            </a:r>
            <a:r>
              <a:rPr lang="es-DO" b="1" dirty="0" err="1" smtClean="0">
                <a:latin typeface="+mj-lt"/>
              </a:rPr>
              <a:t>exiftool</a:t>
            </a:r>
            <a:r>
              <a:rPr lang="es-DO" dirty="0" smtClean="0">
                <a:latin typeface="+mj-lt"/>
              </a:rPr>
              <a:t>” para la obtención de los metadatos de una imagen.</a:t>
            </a:r>
          </a:p>
          <a:p>
            <a:pPr marL="0" indent="0">
              <a:buNone/>
            </a:pPr>
            <a:endParaRPr lang="es-DO" dirty="0">
              <a:latin typeface="+mj-lt"/>
            </a:endParaRPr>
          </a:p>
          <a:p>
            <a:pPr marL="0" indent="0">
              <a:buNone/>
            </a:pPr>
            <a:r>
              <a:rPr lang="es-DO" b="1" dirty="0" smtClean="0">
                <a:latin typeface="+mj-lt"/>
              </a:rPr>
              <a:t>Ojo: </a:t>
            </a:r>
            <a:r>
              <a:rPr lang="es-DO" dirty="0" smtClean="0">
                <a:latin typeface="+mj-lt"/>
              </a:rPr>
              <a:t>si la imagen fue descargada de una red social lo mas probable es que no contenga la mayoría de los metadatos, como por ejemplo la imagen a continuación:</a:t>
            </a:r>
            <a:endParaRPr lang="es-DO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3880646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6229" y="831272"/>
            <a:ext cx="8059542" cy="5359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421701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285</Words>
  <Application>Microsoft Office PowerPoint</Application>
  <PresentationFormat>Panorámica</PresentationFormat>
  <Paragraphs>56</Paragraphs>
  <Slides>12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Tema de Office</vt:lpstr>
      <vt:lpstr>Presentación de PowerPoint</vt:lpstr>
      <vt:lpstr>Este es el programa exiftool el cual puede utilizarse via descarga o via web, en esta ocasión lo utilizaremos modo de descarga</vt:lpstr>
      <vt:lpstr>Solo tenemos que arrastrar la imagen a la aplicación para el escaneo </vt:lpstr>
      <vt:lpstr>Y listo, obtendremos los metadatos de dicha imagen</vt:lpstr>
      <vt:lpstr>Presentación de PowerPoint</vt:lpstr>
      <vt:lpstr>Presentación de PowerPoint</vt:lpstr>
      <vt:lpstr>Presentación de PowerPoint</vt:lpstr>
      <vt:lpstr>Estos son los metadatos principales que se obtienen con exiftool</vt:lpstr>
      <vt:lpstr>Presentación de PowerPoint</vt:lpstr>
      <vt:lpstr>Presentación de PowerPoint</vt:lpstr>
      <vt:lpstr>Con esta practica aprendí: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</dc:title>
  <dc:creator>Luis Reyes</dc:creator>
  <cp:lastModifiedBy>Cuenta Microsoft</cp:lastModifiedBy>
  <cp:revision>30</cp:revision>
  <dcterms:created xsi:type="dcterms:W3CDTF">2026-03-31T00:35:05Z</dcterms:created>
  <dcterms:modified xsi:type="dcterms:W3CDTF">2026-06-14T23:29:59Z</dcterms:modified>
</cp:coreProperties>
</file>