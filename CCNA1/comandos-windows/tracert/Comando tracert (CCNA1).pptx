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191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13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013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0585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2615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9439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77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348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61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287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735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306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Introduccion</a:t>
            </a:r>
            <a:r>
              <a:rPr lang="es-ES" dirty="0"/>
              <a:t> a las redes (CCNA1)</a:t>
            </a:r>
            <a:endParaRPr lang="es-D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Comandos </a:t>
            </a:r>
            <a:r>
              <a:rPr lang="es-ES" dirty="0" err="1" smtClean="0"/>
              <a:t>tracert</a:t>
            </a:r>
            <a:r>
              <a:rPr lang="es-ES" dirty="0" smtClean="0"/>
              <a:t> </a:t>
            </a:r>
            <a:r>
              <a:rPr lang="es-ES" dirty="0" smtClean="0"/>
              <a:t>para </a:t>
            </a:r>
            <a:r>
              <a:rPr lang="es-ES" dirty="0"/>
              <a:t>CMD de Windows</a:t>
            </a:r>
          </a:p>
          <a:p>
            <a:r>
              <a:rPr lang="es-ES" dirty="0"/>
              <a:t>Luis Reyes </a:t>
            </a:r>
            <a:r>
              <a:rPr lang="es-ES" dirty="0" err="1"/>
              <a:t>Volquez</a:t>
            </a:r>
            <a:endParaRPr lang="es-ES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3442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err="1" smtClean="0"/>
              <a:t>tracert</a:t>
            </a:r>
            <a:r>
              <a:rPr lang="es-ES" dirty="0" smtClean="0"/>
              <a:t> </a:t>
            </a:r>
            <a:r>
              <a:rPr lang="es-ES" dirty="0"/>
              <a:t>[dominio o dirección </a:t>
            </a:r>
            <a:r>
              <a:rPr lang="es-ES" dirty="0" err="1"/>
              <a:t>ip</a:t>
            </a:r>
            <a:r>
              <a:rPr lang="es-ES" dirty="0"/>
              <a:t>]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995442"/>
            <a:ext cx="5181600" cy="4351338"/>
          </a:xfrm>
        </p:spPr>
        <p:txBody>
          <a:bodyPr/>
          <a:lstStyle/>
          <a:p>
            <a:r>
              <a:rPr lang="es-ES" dirty="0" smtClean="0"/>
              <a:t>Sirve </a:t>
            </a:r>
            <a:r>
              <a:rPr lang="es-ES" dirty="0"/>
              <a:t>para rastrear la ruta que siguen los paquetes desde tu computadora hasta un destino en la red</a:t>
            </a:r>
            <a:r>
              <a:rPr lang="es-ES" dirty="0" smtClean="0"/>
              <a:t>.</a:t>
            </a:r>
            <a:endParaRPr lang="es-DO" dirty="0"/>
          </a:p>
        </p:txBody>
      </p:sp>
      <p:sp>
        <p:nvSpPr>
          <p:cNvPr id="26" name="Rectángulo redondeado 25"/>
          <p:cNvSpPr/>
          <p:nvPr/>
        </p:nvSpPr>
        <p:spPr>
          <a:xfrm>
            <a:off x="6273164" y="3005582"/>
            <a:ext cx="5314951" cy="2740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7" name="Rectángulo redondeado 26"/>
          <p:cNvSpPr/>
          <p:nvPr/>
        </p:nvSpPr>
        <p:spPr>
          <a:xfrm>
            <a:off x="6779623" y="6152606"/>
            <a:ext cx="3017520" cy="783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8" name="Marcador de contenido 2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69314"/>
            <a:ext cx="5792008" cy="4887007"/>
          </a:xfrm>
          <a:prstGeom prst="rect">
            <a:avLst/>
          </a:prstGeom>
        </p:spPr>
      </p:pic>
      <p:sp>
        <p:nvSpPr>
          <p:cNvPr id="25" name="Rectángulo redondeado 24"/>
          <p:cNvSpPr/>
          <p:nvPr/>
        </p:nvSpPr>
        <p:spPr>
          <a:xfrm>
            <a:off x="9980023" y="2675440"/>
            <a:ext cx="775470" cy="808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30" name="Rectángulo redondeado 29"/>
          <p:cNvSpPr/>
          <p:nvPr/>
        </p:nvSpPr>
        <p:spPr>
          <a:xfrm>
            <a:off x="9980023" y="5139965"/>
            <a:ext cx="775470" cy="808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31" name="Rectángulo redondeado 30"/>
          <p:cNvSpPr/>
          <p:nvPr/>
        </p:nvSpPr>
        <p:spPr>
          <a:xfrm>
            <a:off x="8606245" y="5099553"/>
            <a:ext cx="1120413" cy="1212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32" name="Rectángulo redondeado 31"/>
          <p:cNvSpPr/>
          <p:nvPr/>
        </p:nvSpPr>
        <p:spPr>
          <a:xfrm>
            <a:off x="8606245" y="2694964"/>
            <a:ext cx="1120413" cy="1212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3237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err="1" smtClean="0"/>
              <a:t>tracert</a:t>
            </a:r>
            <a:r>
              <a:rPr lang="es-ES" dirty="0" smtClean="0"/>
              <a:t> -d [dominio o dirección </a:t>
            </a:r>
            <a:r>
              <a:rPr lang="es-ES" dirty="0" err="1" smtClean="0"/>
              <a:t>ip</a:t>
            </a:r>
            <a:r>
              <a:rPr lang="es-ES" dirty="0" smtClean="0"/>
              <a:t>]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995442"/>
            <a:ext cx="5181600" cy="4351338"/>
          </a:xfrm>
        </p:spPr>
        <p:txBody>
          <a:bodyPr/>
          <a:lstStyle/>
          <a:p>
            <a:r>
              <a:rPr lang="es-ES" dirty="0" smtClean="0"/>
              <a:t>Sirve </a:t>
            </a:r>
            <a:r>
              <a:rPr lang="es-ES" dirty="0"/>
              <a:t>para rastrear la ruta que siguen los paquetes desde tu computadora hasta un destino en la </a:t>
            </a:r>
            <a:r>
              <a:rPr lang="es-ES" dirty="0" smtClean="0"/>
              <a:t>red sin los nombres </a:t>
            </a:r>
            <a:r>
              <a:rPr lang="es-ES" dirty="0" err="1" smtClean="0"/>
              <a:t>dns</a:t>
            </a:r>
            <a:r>
              <a:rPr lang="es-ES" dirty="0" smtClean="0"/>
              <a:t> y por eso es mas rápido</a:t>
            </a:r>
            <a:r>
              <a:rPr lang="es-ES" dirty="0" smtClean="0"/>
              <a:t>.</a:t>
            </a:r>
            <a:endParaRPr lang="es-DO" dirty="0"/>
          </a:p>
        </p:txBody>
      </p:sp>
      <p:sp>
        <p:nvSpPr>
          <p:cNvPr id="27" name="Rectángulo redondeado 26"/>
          <p:cNvSpPr/>
          <p:nvPr/>
        </p:nvSpPr>
        <p:spPr>
          <a:xfrm>
            <a:off x="6779623" y="6152606"/>
            <a:ext cx="3017520" cy="783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8" name="Marcador de contenido 2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25" name="Rectángulo redondeado 24"/>
          <p:cNvSpPr/>
          <p:nvPr/>
        </p:nvSpPr>
        <p:spPr>
          <a:xfrm>
            <a:off x="9980023" y="2675440"/>
            <a:ext cx="775470" cy="808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30" name="Rectángulo redondeado 29"/>
          <p:cNvSpPr/>
          <p:nvPr/>
        </p:nvSpPr>
        <p:spPr>
          <a:xfrm>
            <a:off x="9980023" y="5139965"/>
            <a:ext cx="775470" cy="808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31" name="Rectángulo redondeado 30"/>
          <p:cNvSpPr/>
          <p:nvPr/>
        </p:nvSpPr>
        <p:spPr>
          <a:xfrm>
            <a:off x="8606245" y="5099553"/>
            <a:ext cx="1120413" cy="1212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32" name="Rectángulo redondeado 31"/>
          <p:cNvSpPr/>
          <p:nvPr/>
        </p:nvSpPr>
        <p:spPr>
          <a:xfrm>
            <a:off x="8606245" y="2694964"/>
            <a:ext cx="1120413" cy="1212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052" y="1533335"/>
            <a:ext cx="4687696" cy="499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78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err="1" smtClean="0"/>
              <a:t>tracert</a:t>
            </a:r>
            <a:r>
              <a:rPr lang="es-ES" dirty="0" smtClean="0"/>
              <a:t> -h [numero de saltos </a:t>
            </a:r>
            <a:r>
              <a:rPr lang="es-ES" dirty="0" err="1" smtClean="0"/>
              <a:t>maximos</a:t>
            </a:r>
            <a:r>
              <a:rPr lang="es-ES" dirty="0" smtClean="0"/>
              <a:t>] [dominio o dirección </a:t>
            </a:r>
            <a:r>
              <a:rPr lang="es-ES" dirty="0" err="1" smtClean="0"/>
              <a:t>ip</a:t>
            </a:r>
            <a:r>
              <a:rPr lang="es-ES" dirty="0" smtClean="0"/>
              <a:t>]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995442"/>
            <a:ext cx="5181600" cy="4351338"/>
          </a:xfrm>
        </p:spPr>
        <p:txBody>
          <a:bodyPr/>
          <a:lstStyle/>
          <a:p>
            <a:r>
              <a:rPr lang="es-ES" dirty="0" smtClean="0"/>
              <a:t>Sirve </a:t>
            </a:r>
            <a:r>
              <a:rPr lang="es-ES" dirty="0"/>
              <a:t>para rastrear la ruta que siguen los paquetes desde tu computadora hasta un destino en la </a:t>
            </a:r>
            <a:r>
              <a:rPr lang="es-ES" dirty="0" smtClean="0"/>
              <a:t>red con un numero de saltos definidos</a:t>
            </a:r>
            <a:r>
              <a:rPr lang="es-ES" dirty="0" smtClean="0"/>
              <a:t>.</a:t>
            </a:r>
            <a:endParaRPr lang="es-DO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64865" y="2103120"/>
            <a:ext cx="5841993" cy="192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084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123</Words>
  <Application>Microsoft Office PowerPoint</Application>
  <PresentationFormat>Panorámica</PresentationFormat>
  <Paragraphs>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Introduccion a las redes (CCNA1)</vt:lpstr>
      <vt:lpstr>Comando tracert [dominio o dirección ip]</vt:lpstr>
      <vt:lpstr>Comando tracert -d [dominio o dirección ip]</vt:lpstr>
      <vt:lpstr>Comando tracert -h [numero de saltos maximos] [dominio o dirección ip]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(CCNA1)</dc:title>
  <dc:creator>Luis Reyes</dc:creator>
  <cp:lastModifiedBy>Cuenta Microsoft</cp:lastModifiedBy>
  <cp:revision>36</cp:revision>
  <dcterms:created xsi:type="dcterms:W3CDTF">2026-01-19T16:27:51Z</dcterms:created>
  <dcterms:modified xsi:type="dcterms:W3CDTF">2026-01-22T16:29:44Z</dcterms:modified>
</cp:coreProperties>
</file>