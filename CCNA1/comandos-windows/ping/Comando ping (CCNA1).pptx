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Introduccion</a:t>
            </a:r>
            <a:r>
              <a:rPr lang="es-ES" dirty="0"/>
              <a:t> a las redes (CCNA1)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Comandos </a:t>
            </a:r>
            <a:r>
              <a:rPr lang="es-ES" dirty="0" smtClean="0"/>
              <a:t>ping </a:t>
            </a:r>
            <a:r>
              <a:rPr lang="es-ES" dirty="0" smtClean="0"/>
              <a:t>para </a:t>
            </a:r>
            <a:r>
              <a:rPr lang="es-ES" dirty="0"/>
              <a:t>CMD de Windows</a:t>
            </a:r>
          </a:p>
          <a:p>
            <a:r>
              <a:rPr lang="es-ES" dirty="0"/>
              <a:t>Luis Reyes </a:t>
            </a:r>
            <a:r>
              <a:rPr lang="es-ES" dirty="0" err="1"/>
              <a:t>Volquez</a:t>
            </a:r>
            <a:endParaRPr lang="es-ES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smtClean="0"/>
              <a:t>ping [dominio]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</a:t>
            </a:r>
            <a:r>
              <a:rPr lang="es-ES" dirty="0" smtClean="0"/>
              <a:t>enviar paquetes y verificar si responde.</a:t>
            </a:r>
            <a:endParaRPr lang="es-DO" dirty="0"/>
          </a:p>
        </p:txBody>
      </p:sp>
      <p:sp>
        <p:nvSpPr>
          <p:cNvPr id="19" name="Marcador de contenido 1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306" y="3597649"/>
            <a:ext cx="6571388" cy="274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smtClean="0"/>
              <a:t>ping [dirección </a:t>
            </a:r>
            <a:r>
              <a:rPr lang="es-ES" dirty="0" err="1" smtClean="0"/>
              <a:t>ip</a:t>
            </a:r>
            <a:r>
              <a:rPr lang="es-ES" dirty="0" smtClean="0"/>
              <a:t>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</a:t>
            </a:r>
            <a:r>
              <a:rPr lang="es-ES" dirty="0" smtClean="0"/>
              <a:t>enviar paquetes y verificar si responde.</a:t>
            </a:r>
            <a:endParaRPr lang="es-DO" dirty="0"/>
          </a:p>
        </p:txBody>
      </p:sp>
      <p:sp>
        <p:nvSpPr>
          <p:cNvPr id="19" name="Marcador de contenido 1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622" y="2856671"/>
            <a:ext cx="7276254" cy="349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56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smtClean="0"/>
              <a:t>ping –t [dirección </a:t>
            </a:r>
            <a:r>
              <a:rPr lang="es-ES" dirty="0" err="1" smtClean="0"/>
              <a:t>ip</a:t>
            </a:r>
            <a:r>
              <a:rPr lang="es-ES" dirty="0" smtClean="0"/>
              <a:t> o dominio]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8854440" cy="4351338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</a:t>
            </a:r>
            <a:r>
              <a:rPr lang="es-ES" dirty="0" smtClean="0"/>
              <a:t>enviar paquetes indefinidamente hasta pararlo con </a:t>
            </a:r>
            <a:r>
              <a:rPr lang="es-ES" dirty="0" err="1" smtClean="0"/>
              <a:t>ctrl</a:t>
            </a:r>
            <a:r>
              <a:rPr lang="es-ES" dirty="0" smtClean="0"/>
              <a:t> + c.</a:t>
            </a:r>
            <a:endParaRPr lang="es-D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78" y="2837275"/>
            <a:ext cx="7754713" cy="364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3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4320" y="365125"/>
            <a:ext cx="11407140" cy="1325563"/>
          </a:xfrm>
        </p:spPr>
        <p:txBody>
          <a:bodyPr>
            <a:normAutofit/>
          </a:bodyPr>
          <a:lstStyle/>
          <a:p>
            <a:r>
              <a:rPr lang="es-ES" sz="3600" dirty="0"/>
              <a:t>Comando </a:t>
            </a:r>
            <a:r>
              <a:rPr lang="es-ES" sz="3600" dirty="0" smtClean="0"/>
              <a:t>ping –n [numero de </a:t>
            </a:r>
            <a:r>
              <a:rPr lang="es-ES" sz="3600" dirty="0" err="1" smtClean="0"/>
              <a:t>paq</a:t>
            </a:r>
            <a:r>
              <a:rPr lang="es-ES" sz="3600" dirty="0" smtClean="0"/>
              <a:t>.] [</a:t>
            </a:r>
            <a:r>
              <a:rPr lang="es-ES" sz="3600" dirty="0"/>
              <a:t>dirección </a:t>
            </a:r>
            <a:r>
              <a:rPr lang="es-ES" sz="3600" dirty="0" err="1"/>
              <a:t>ip</a:t>
            </a:r>
            <a:r>
              <a:rPr lang="es-ES" sz="3600" dirty="0"/>
              <a:t> o dominio</a:t>
            </a:r>
            <a:r>
              <a:rPr lang="es-ES" sz="3600" dirty="0" smtClean="0"/>
              <a:t>]</a:t>
            </a:r>
            <a:endParaRPr lang="es-DO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253490" y="2018302"/>
            <a:ext cx="9685020" cy="4351338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</a:t>
            </a:r>
            <a:r>
              <a:rPr lang="es-ES" dirty="0" smtClean="0"/>
              <a:t>enviar un numero determinado de  paquetes.</a:t>
            </a:r>
            <a:endParaRPr lang="es-D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619" y="2651760"/>
            <a:ext cx="6549260" cy="404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2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4340" y="365125"/>
            <a:ext cx="11498580" cy="1325563"/>
          </a:xfrm>
        </p:spPr>
        <p:txBody>
          <a:bodyPr>
            <a:normAutofit/>
          </a:bodyPr>
          <a:lstStyle/>
          <a:p>
            <a:r>
              <a:rPr lang="es-ES" sz="3600" dirty="0"/>
              <a:t>Comando </a:t>
            </a:r>
            <a:r>
              <a:rPr lang="es-ES" sz="3600" dirty="0" smtClean="0"/>
              <a:t>ping –l [tamaño de </a:t>
            </a:r>
            <a:r>
              <a:rPr lang="es-ES" sz="3600" dirty="0" err="1" smtClean="0"/>
              <a:t>paq</a:t>
            </a:r>
            <a:r>
              <a:rPr lang="es-ES" sz="3600" dirty="0" smtClean="0"/>
              <a:t>.] [</a:t>
            </a:r>
            <a:r>
              <a:rPr lang="es-ES" sz="3600" dirty="0"/>
              <a:t>dirección </a:t>
            </a:r>
            <a:r>
              <a:rPr lang="es-ES" sz="3600" dirty="0" err="1"/>
              <a:t>ip</a:t>
            </a:r>
            <a:r>
              <a:rPr lang="es-ES" sz="3600" dirty="0"/>
              <a:t> o dominio</a:t>
            </a:r>
            <a:r>
              <a:rPr lang="es-ES" sz="3600" dirty="0" smtClean="0"/>
              <a:t>]</a:t>
            </a:r>
            <a:endParaRPr lang="es-DO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253490" y="2018302"/>
            <a:ext cx="9685020" cy="4351338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</a:t>
            </a:r>
            <a:r>
              <a:rPr lang="es-ES" dirty="0" smtClean="0"/>
              <a:t>enviar el </a:t>
            </a:r>
          </a:p>
          <a:p>
            <a:pPr marL="0" indent="0">
              <a:buNone/>
            </a:pPr>
            <a:r>
              <a:rPr lang="es-ES" dirty="0" smtClean="0"/>
              <a:t>tamaño determinado de  </a:t>
            </a:r>
          </a:p>
          <a:p>
            <a:pPr marL="0" indent="0">
              <a:buNone/>
            </a:pPr>
            <a:r>
              <a:rPr lang="es-ES" dirty="0" smtClean="0"/>
              <a:t>paquetes.</a:t>
            </a:r>
            <a:endParaRPr lang="es-D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723" y="1647296"/>
            <a:ext cx="6240197" cy="509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20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120</Words>
  <Application>Microsoft Office PowerPoint</Application>
  <PresentationFormat>Panorámica</PresentationFormat>
  <Paragraphs>15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Introduccion a las redes (CCNA1)</vt:lpstr>
      <vt:lpstr>Comando ping [dominio]</vt:lpstr>
      <vt:lpstr>Comando ping [dirección ip]</vt:lpstr>
      <vt:lpstr>Comando ping –t [dirección ip o dominio]</vt:lpstr>
      <vt:lpstr>Comando ping –n [numero de paq.] [dirección ip o dominio]</vt:lpstr>
      <vt:lpstr>Comando ping –l [tamaño de paq.] [dirección ip o dominio]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Cuenta Microsoft</cp:lastModifiedBy>
  <cp:revision>31</cp:revision>
  <dcterms:created xsi:type="dcterms:W3CDTF">2026-01-19T16:27:51Z</dcterms:created>
  <dcterms:modified xsi:type="dcterms:W3CDTF">2026-01-22T15:50:02Z</dcterms:modified>
</cp:coreProperties>
</file>