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56" r:id="rId6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42" d="100"/>
          <a:sy n="42" d="100"/>
        </p:scale>
        <p:origin x="72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03C10-CFD1-44D2-AC36-560BCF74D975}" type="datetimeFigureOut">
              <a:rPr lang="es-DO" smtClean="0"/>
              <a:t>28/4/2026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B0113-1FD1-4E20-A421-84808E5AB56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26126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1497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28/4/2026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25504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28/4/2026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63322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28/4/2026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7967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28/4/2026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78401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28/4/2026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42960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28/4/2026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8617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28/4/2026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58804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28/4/2026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955903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28/4/2026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24004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28/4/2026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58601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28/4/2026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7222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EA09D-AF5B-4777-AB06-38DFD1324449}" type="datetimeFigureOut">
              <a:rPr lang="es-DO" smtClean="0"/>
              <a:t>28/4/2026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977149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lchecho3000-blip/Ciberseguridad-bootcamp/tree/main/Linux-Serv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81201" y="2420556"/>
            <a:ext cx="12004964" cy="4645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Participante: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Luis Ramon Reyes </a:t>
            </a:r>
            <a:r>
              <a:rPr lang="es-DO" dirty="0" err="1">
                <a:latin typeface="Verdana"/>
                <a:ea typeface="Verdana"/>
                <a:cs typeface="Verdana"/>
                <a:sym typeface="Verdana"/>
              </a:rPr>
              <a:t>Volquez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Facilitador: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Kevin Feliz Henríquez </a:t>
            </a:r>
          </a:p>
          <a:p>
            <a:pPr marL="0" indent="0" algn="l"/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Técnico: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Ciberseguridad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Módulo: </a:t>
            </a:r>
            <a:r>
              <a:rPr lang="es-ES" dirty="0" smtClean="0">
                <a:latin typeface="Verdana"/>
                <a:ea typeface="Verdana"/>
                <a:cs typeface="Verdana"/>
                <a:sym typeface="Verdana"/>
              </a:rPr>
              <a:t>Instalación y Administración de Linux Server</a:t>
            </a: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 smtClean="0">
                <a:latin typeface="Verdana"/>
                <a:ea typeface="Verdana"/>
                <a:cs typeface="Verdana"/>
                <a:sym typeface="Verdana"/>
              </a:rPr>
              <a:t>Actividad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es-ES" dirty="0" smtClean="0">
                <a:latin typeface="Verdana"/>
                <a:ea typeface="Verdana"/>
                <a:cs typeface="Verdana"/>
                <a:sym typeface="Verdana"/>
              </a:rPr>
              <a:t>Descarga de Ubuntu </a:t>
            </a:r>
            <a:r>
              <a:rPr lang="es-ES" dirty="0" smtClean="0">
                <a:latin typeface="Verdana"/>
                <a:ea typeface="Verdana"/>
                <a:cs typeface="Verdana"/>
                <a:sym typeface="Verdana"/>
              </a:rPr>
              <a:t>Server (Linux)</a:t>
            </a:r>
            <a:endParaRPr lang="es-DO" b="1" dirty="0">
              <a:latin typeface="Verdana"/>
              <a:ea typeface="Verdana"/>
              <a:cs typeface="Verdana"/>
              <a:sym typeface="Verdana"/>
            </a:endParaRPr>
          </a:p>
          <a:p>
            <a:pPr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Descripción: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Este es un paso a paso de como </a:t>
            </a:r>
            <a:r>
              <a:rPr lang="es-DO" dirty="0" smtClean="0">
                <a:latin typeface="Verdana"/>
                <a:ea typeface="Verdana"/>
                <a:cs typeface="Verdana"/>
                <a:sym typeface="Verdana"/>
              </a:rPr>
              <a:t>descargar el SO </a:t>
            </a:r>
            <a:r>
              <a:rPr lang="es-ES" dirty="0" smtClean="0">
                <a:latin typeface="Verdana"/>
                <a:ea typeface="Verdana"/>
                <a:cs typeface="Verdana"/>
                <a:sym typeface="Verdana"/>
              </a:rPr>
              <a:t>Ubuntu Server y también una breve investigación del mismo.</a:t>
            </a:r>
            <a:endParaRPr lang="es-DO" dirty="0">
              <a:latin typeface="Verdana"/>
              <a:ea typeface="Verdana"/>
              <a:cs typeface="Verdana"/>
              <a:sym typeface="Verdana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Link de GitHub</a:t>
            </a:r>
            <a:r>
              <a:rPr lang="es-DO" b="1" dirty="0" smtClean="0"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  <a:hlinkClick r:id="rId3"/>
              </a:rPr>
              <a:t>https://github.com/elchecho3000-blip/Ciberseguridad-bootcamp/tree/main/Linux-Server</a:t>
            </a:r>
            <a:endParaRPr lang="es-DO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8490" y="324976"/>
            <a:ext cx="2342695" cy="17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4965" y="1077057"/>
            <a:ext cx="3631925" cy="697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9934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1143000" y="777240"/>
            <a:ext cx="10149840" cy="1712421"/>
          </a:xfrm>
        </p:spPr>
        <p:txBody>
          <a:bodyPr>
            <a:normAutofit/>
          </a:bodyPr>
          <a:lstStyle/>
          <a:p>
            <a:r>
              <a:rPr lang="es-E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En primer lugar, en la barra de búsqueda del navegador deseado tecleamos “descargar </a:t>
            </a:r>
            <a:r>
              <a:rPr lang="es-ES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ubuntu</a:t>
            </a:r>
            <a:r>
              <a:rPr lang="es-E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server” y </a:t>
            </a:r>
            <a:r>
              <a:rPr lang="es-ES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clickeamos</a:t>
            </a:r>
            <a:r>
              <a:rPr lang="es-E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en la pagina principal de dicho sistema ya que es la mas confiable.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3138" y="2270501"/>
            <a:ext cx="8778044" cy="369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837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91640" y="365125"/>
            <a:ext cx="8397240" cy="1325563"/>
          </a:xfrm>
        </p:spPr>
        <p:txBody>
          <a:bodyPr>
            <a:normAutofit/>
          </a:bodyPr>
          <a:lstStyle/>
          <a:p>
            <a:r>
              <a:rPr lang="es-E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Luego, al observar que es la versión que queremos descargar </a:t>
            </a:r>
            <a:r>
              <a:rPr lang="es-ES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clickeamos</a:t>
            </a:r>
            <a:r>
              <a:rPr lang="es-E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en el botón verde “</a:t>
            </a:r>
            <a:r>
              <a:rPr lang="es-ES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Download</a:t>
            </a:r>
            <a:r>
              <a:rPr lang="es-E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”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2460" y="1690688"/>
            <a:ext cx="10515600" cy="411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896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11780" y="1096645"/>
            <a:ext cx="6568440" cy="1325563"/>
          </a:xfrm>
        </p:spPr>
        <p:txBody>
          <a:bodyPr>
            <a:normAutofit/>
          </a:bodyPr>
          <a:lstStyle/>
          <a:p>
            <a:r>
              <a:rPr lang="es-DO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Y con esto empezará la descarga del SO</a:t>
            </a:r>
            <a:endParaRPr lang="es-DO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71208"/>
            <a:ext cx="10515600" cy="266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16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47107" y="1600200"/>
            <a:ext cx="9319954" cy="3817620"/>
          </a:xfrm>
        </p:spPr>
        <p:txBody>
          <a:bodyPr>
            <a:normAutofit/>
          </a:bodyPr>
          <a:lstStyle/>
          <a:p>
            <a:r>
              <a:rPr lang="es-ES" sz="32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Lo aprendido: </a:t>
            </a:r>
          </a:p>
          <a:p>
            <a:endParaRPr lang="es-ES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E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En esta práctica aprendí a descargar el  SO Ubuntu Server, eligiendo la imagen de disco deseada (que en este caso seria la de instalación manual) y la versión LTS que significa  Soporte a Largo Plazo por sus siglas en ingles.</a:t>
            </a:r>
            <a:endParaRPr lang="es-DO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9697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169</Words>
  <Application>Microsoft Office PowerPoint</Application>
  <PresentationFormat>Panorámica</PresentationFormat>
  <Paragraphs>14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Verdana</vt:lpstr>
      <vt:lpstr>Tema de Office</vt:lpstr>
      <vt:lpstr>Presentación de PowerPoint</vt:lpstr>
      <vt:lpstr>En primer lugar, en la barra de búsqueda del navegador deseado tecleamos “descargar ubuntu server” y clickeamos en la pagina principal de dicho sistema ya que es la mas confiable.</vt:lpstr>
      <vt:lpstr>Luego, al observar que es la versión que queremos descargar clickeamos en el botón verde “Download”</vt:lpstr>
      <vt:lpstr>Y con esto empezará la descarga del SO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Reyes</dc:creator>
  <cp:lastModifiedBy>Cuenta Microsoft</cp:lastModifiedBy>
  <cp:revision>14</cp:revision>
  <dcterms:created xsi:type="dcterms:W3CDTF">2026-04-23T16:05:39Z</dcterms:created>
  <dcterms:modified xsi:type="dcterms:W3CDTF">2026-04-29T00:12:23Z</dcterms:modified>
</cp:coreProperties>
</file>