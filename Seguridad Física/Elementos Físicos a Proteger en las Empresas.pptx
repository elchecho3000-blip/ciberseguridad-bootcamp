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Seguridad%20F%C3%ADsi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3518" y="2760362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</a:p>
          <a:p>
            <a:pPr marL="0" indent="0" algn="l"/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Seguridad Física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Elementos Físicos a proteger en las empresas</a:t>
            </a: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Descripción: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Aquí detallo todo lo que se debe de proteger en las empresas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https://github.com/elchecho3000-blip/Ciberseguridad-bootcamp/tree/main/Seguridad%20F%C3%ADsica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9088F-F6BF-3CA8-2FB9-A68A10B7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300"/>
            <a:ext cx="10515600" cy="5743575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s-MX" b="1" dirty="0"/>
              <a:t>El Núcleo de Datos (Infraestructura TI)</a:t>
            </a:r>
          </a:p>
          <a:p>
            <a:pPr marL="514350" indent="-514350" algn="ctr">
              <a:buAutoNum type="arabicPeriod"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   Este es el cerebro de la organización y el activo físico más crítico.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Servidores y Racks:</a:t>
            </a:r>
            <a:r>
              <a:rPr lang="es-MX" dirty="0"/>
              <a:t> Los equipos donde se procesa y almacena toda la información de la empresa.</a:t>
            </a:r>
          </a:p>
          <a:p>
            <a:r>
              <a:rPr lang="es-MX" b="1" dirty="0"/>
              <a:t>Dispositivos de Red:</a:t>
            </a:r>
            <a:r>
              <a:rPr lang="es-MX" dirty="0"/>
              <a:t> Switches, </a:t>
            </a:r>
            <a:r>
              <a:rPr lang="es-MX" dirty="0" err="1"/>
              <a:t>routers</a:t>
            </a:r>
            <a:r>
              <a:rPr lang="es-MX" dirty="0"/>
              <a:t>, firewalls físicos y cableado estructurado. Si alguien accede a un puerto físico, puede interceptar el tráfico.</a:t>
            </a:r>
          </a:p>
          <a:p>
            <a:r>
              <a:rPr lang="es-MX" b="1" dirty="0"/>
              <a:t>Sistemas de Almacenamiento (NAS/SAN):</a:t>
            </a:r>
            <a:r>
              <a:rPr lang="es-MX" dirty="0"/>
              <a:t> Discos duros y cintas de respaldo donde residen las bases de datos y copias de seguridad.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59799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F23CC-8182-3BAC-13A0-88D355CD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7175"/>
            <a:ext cx="10963275" cy="66008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2. Instalaciones y Espacios de Trabajo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   El contenedor físico que alberga tanto al personal como a la tecnología.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El Centro de Datos / Cuarto de Servidores (MDF/IDF):</a:t>
            </a:r>
            <a:r>
              <a:rPr lang="es-MX" dirty="0"/>
              <a:t> El área más restringida. Requiere controles de acceso estrictos, climatización redundante y sistemas de extinción de incendios especializados (por gas, no por agua).</a:t>
            </a:r>
          </a:p>
          <a:p>
            <a:r>
              <a:rPr lang="es-MX" b="1" dirty="0"/>
              <a:t>Oficinas Generales y Despachos:</a:t>
            </a:r>
            <a:r>
              <a:rPr lang="es-MX" dirty="0"/>
              <a:t> Áreas donde se trabaja diariamente y donde quedan expuestos documentos o pantallas.</a:t>
            </a:r>
          </a:p>
          <a:p>
            <a:r>
              <a:rPr lang="es-MX" b="1" dirty="0"/>
              <a:t>Áreas de Recepción y Puntos de Entrada:</a:t>
            </a:r>
            <a:r>
              <a:rPr lang="es-MX" dirty="0"/>
              <a:t> La primera barrera de control para visitas, proveedores y personal.</a:t>
            </a:r>
          </a:p>
          <a:p>
            <a:r>
              <a:rPr lang="es-MX" b="1" dirty="0"/>
              <a:t>Zonas de Carga y Descarga:</a:t>
            </a:r>
            <a:r>
              <a:rPr lang="es-MX" dirty="0"/>
              <a:t> Puntos vulnerables por el constante movimiento de mercancías y personal externo.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1530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F34CD-BF5E-7220-B6B5-2C1775FC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71450"/>
            <a:ext cx="11953875" cy="66008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3. Dispositivos de Usuario Final (</a:t>
            </a:r>
            <a:r>
              <a:rPr lang="es-MX" b="1" dirty="0" err="1"/>
              <a:t>Endpoints</a:t>
            </a:r>
            <a:r>
              <a:rPr lang="es-MX" b="1" dirty="0"/>
              <a:t>)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   Son los elementos más difíciles de controlar debido a su movilidad y dispersión.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Computadoras de Escritorio y Laptops:</a:t>
            </a:r>
            <a:r>
              <a:rPr lang="es-MX" dirty="0"/>
              <a:t> Contienen credenciales de acceso, datos locales y conexión directa a la red corporativa.</a:t>
            </a:r>
          </a:p>
          <a:p>
            <a:r>
              <a:rPr lang="es-MX" b="1" dirty="0"/>
              <a:t>Dispositivos Móviles y Tabletas:</a:t>
            </a:r>
            <a:r>
              <a:rPr lang="es-MX" dirty="0"/>
              <a:t> Teléfonos corporativos que manejan correo electrónico y herramientas de comunicación interna.</a:t>
            </a:r>
          </a:p>
          <a:p>
            <a:r>
              <a:rPr lang="es-MX" b="1" dirty="0"/>
              <a:t>Unidades de Almacenamiento Extraíbles:</a:t>
            </a:r>
            <a:r>
              <a:rPr lang="es-MX" dirty="0"/>
              <a:t> </a:t>
            </a:r>
            <a:r>
              <a:rPr lang="es-MX" dirty="0" err="1"/>
              <a:t>USBs</a:t>
            </a:r>
            <a:r>
              <a:rPr lang="es-MX" dirty="0"/>
              <a:t> y discos duros externos (altamente propensos al robo o extravío).</a:t>
            </a:r>
          </a:p>
          <a:p>
            <a:r>
              <a:rPr lang="es-MX" b="1" dirty="0"/>
              <a:t>Impresoras y Escáneres Multifuncionales:</a:t>
            </a:r>
            <a:r>
              <a:rPr lang="es-MX" dirty="0"/>
              <a:t> A menudo olvidados, pero almacenan en su memoria temporal los últimos documentos impresos o escaneados (muchas veces confidenciales).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40742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FA081-B349-AE24-5518-950E0A18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795963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4. Infraestructura de Soporte y Suministros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   Elementos que garantizan la continuidad del negocio. Su sabotaje 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   fallo puede tumbar toda la operación.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Sistemas de Energía:</a:t>
            </a:r>
            <a:r>
              <a:rPr lang="es-MX" dirty="0"/>
              <a:t> Generadores eléctricos, sistemas de Alimentación Ininterrumpida (UPS/SAI) y tableros de distribución.</a:t>
            </a:r>
          </a:p>
          <a:p>
            <a:r>
              <a:rPr lang="es-MX" b="1" dirty="0"/>
              <a:t>Sistemas de Climatización (HVAC):</a:t>
            </a:r>
            <a:r>
              <a:rPr lang="es-MX" dirty="0"/>
              <a:t> El aire acondicionado industrial que evita que los servidores se apaguen por sobrecalentamiento.</a:t>
            </a:r>
          </a:p>
          <a:p>
            <a:r>
              <a:rPr lang="es-MX" b="1" dirty="0"/>
              <a:t>Sistemas de Seguridad Física:</a:t>
            </a:r>
            <a:r>
              <a:rPr lang="es-MX" dirty="0"/>
              <a:t> Las propias cámaras de CCTV, grabadores de video (DVR/NVR) y paneles de control de acceso.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44064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10F230-8873-DA5D-0716-D9BBBC1D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150"/>
            <a:ext cx="10515600" cy="65341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MX" b="1" dirty="0"/>
              <a:t>5. Información Impresa y Archivos Físicos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   A pesar de la digitalización, el papel sigue siendo un vector de riesgo          importante.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Archiveros y Bodegas de Documentos:</a:t>
            </a:r>
            <a:r>
              <a:rPr lang="es-MX" dirty="0"/>
              <a:t> Espacios donde se guardan contratos, expedientes de recursos humanos, estados financieros o patentes.</a:t>
            </a:r>
          </a:p>
          <a:p>
            <a:r>
              <a:rPr lang="es-MX" b="1" dirty="0"/>
              <a:t>Contenedores de Reciclaje / Destrucción de Papel:</a:t>
            </a:r>
            <a:r>
              <a:rPr lang="es-MX" dirty="0"/>
              <a:t> Documentos desechados que aún no han sido triturados y contienen información sensible (blanco fácil para la "ingeniería social").</a:t>
            </a:r>
          </a:p>
          <a:p>
            <a:r>
              <a:rPr lang="es-MX" b="1" dirty="0"/>
              <a:t>Regla de oro de la seguridad física:</a:t>
            </a:r>
            <a:r>
              <a:rPr lang="es-MX" dirty="0"/>
              <a:t> La protección debe diseñarse en capas (Defensa en Profundidad). El acceso se debe ir restringiendo más a medida que te acercas al núcleo (el centro de datos o los archivos confidenciales).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456867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F1B1B-F593-5674-7A54-FDE64D91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624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Lo aprendido: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La seguridad física en un entorno corporativo no se limita a asegurar las puertas de la oficina; implica proteger de forma integral el hardware crítico, las instalaciones, los dispositivos móviles y el soporte energético. La pérdida, daño o acceso no autorizado a cualquiera de estos elementos físicos puede anular por completo la ciberseguridad más avanzada, comprometer la continuidad del negocio y poner en riesgo la reputación de la empresa. Una protección robusta y estructurada en capas es la base indispensable sobre la cual se sostiene toda la seguridad de la organización.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364491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697</Words>
  <Application>Microsoft Office PowerPoint</Application>
  <PresentationFormat>Panorámica</PresentationFormat>
  <Paragraphs>48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26</cp:revision>
  <dcterms:created xsi:type="dcterms:W3CDTF">2026-04-23T16:05:39Z</dcterms:created>
  <dcterms:modified xsi:type="dcterms:W3CDTF">2026-06-30T16:12:04Z</dcterms:modified>
</cp:coreProperties>
</file>