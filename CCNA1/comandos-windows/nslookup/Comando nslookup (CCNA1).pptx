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 smtClean="0"/>
              <a:t>nslookup</a:t>
            </a:r>
            <a:r>
              <a:rPr lang="es-ES" dirty="0" smtClean="0"/>
              <a:t> </a:t>
            </a:r>
            <a:r>
              <a:rPr lang="es-ES" dirty="0" smtClean="0"/>
              <a:t>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/>
              <a:t>nslookup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consultar servidores </a:t>
            </a:r>
            <a:r>
              <a:rPr lang="es-ES" dirty="0" err="1" smtClean="0"/>
              <a:t>dns</a:t>
            </a:r>
            <a:r>
              <a:rPr lang="es-ES" dirty="0" smtClean="0"/>
              <a:t> y obtener </a:t>
            </a:r>
            <a:r>
              <a:rPr lang="es-ES" dirty="0" err="1" smtClean="0"/>
              <a:t>informacion</a:t>
            </a:r>
            <a:r>
              <a:rPr lang="es-ES" dirty="0" smtClean="0"/>
              <a:t>.</a:t>
            </a:r>
            <a:endParaRPr lang="es-DO" dirty="0"/>
          </a:p>
        </p:txBody>
      </p:sp>
      <p:pic>
        <p:nvPicPr>
          <p:cNvPr id="16" name="Marcador de contenido 1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2142310"/>
            <a:ext cx="5743530" cy="1254334"/>
          </a:xfrm>
          <a:prstGeom prst="rect">
            <a:avLst/>
          </a:prstGeom>
        </p:spPr>
      </p:pic>
      <p:sp>
        <p:nvSpPr>
          <p:cNvPr id="17" name="Rectángulo redondeado 16"/>
          <p:cNvSpPr/>
          <p:nvPr/>
        </p:nvSpPr>
        <p:spPr>
          <a:xfrm>
            <a:off x="7445829" y="3017520"/>
            <a:ext cx="1371600" cy="156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8" name="Rectángulo redondeado 17"/>
          <p:cNvSpPr/>
          <p:nvPr/>
        </p:nvSpPr>
        <p:spPr>
          <a:xfrm>
            <a:off x="9479281" y="2756263"/>
            <a:ext cx="2081348" cy="169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nslookup</a:t>
            </a:r>
            <a:r>
              <a:rPr lang="es-ES" dirty="0" smtClean="0"/>
              <a:t> </a:t>
            </a:r>
            <a:r>
              <a:rPr lang="es-ES" dirty="0"/>
              <a:t>[</a:t>
            </a:r>
            <a:r>
              <a:rPr lang="es-ES" dirty="0" smtClean="0"/>
              <a:t>dominio.com]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ver la </a:t>
            </a:r>
            <a:r>
              <a:rPr lang="es-ES" dirty="0" err="1" smtClean="0"/>
              <a:t>ip</a:t>
            </a:r>
            <a:r>
              <a:rPr lang="es-ES" dirty="0" smtClean="0"/>
              <a:t>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3752" y="2075703"/>
            <a:ext cx="3335077" cy="1844937"/>
          </a:xfrm>
          <a:prstGeom prst="rect">
            <a:avLst/>
          </a:prstGeom>
        </p:spPr>
      </p:pic>
      <p:sp>
        <p:nvSpPr>
          <p:cNvPr id="18" name="Rectángulo redondeado 17"/>
          <p:cNvSpPr/>
          <p:nvPr/>
        </p:nvSpPr>
        <p:spPr>
          <a:xfrm>
            <a:off x="7097485" y="2467242"/>
            <a:ext cx="1885406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961611"/>
            <a:ext cx="3182829" cy="2616993"/>
          </a:xfrm>
          <a:prstGeom prst="rect">
            <a:avLst/>
          </a:prstGeom>
        </p:spPr>
      </p:pic>
      <p:sp>
        <p:nvSpPr>
          <p:cNvPr id="11" name="Rectángulo redondeado 10"/>
          <p:cNvSpPr/>
          <p:nvPr/>
        </p:nvSpPr>
        <p:spPr>
          <a:xfrm>
            <a:off x="6999514" y="4190510"/>
            <a:ext cx="1885406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08534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nslookup</a:t>
            </a:r>
            <a:r>
              <a:rPr lang="es-ES" dirty="0" smtClean="0"/>
              <a:t> </a:t>
            </a:r>
            <a:r>
              <a:rPr lang="es-ES" dirty="0"/>
              <a:t>[</a:t>
            </a:r>
            <a:r>
              <a:rPr lang="es-ES" dirty="0" smtClean="0"/>
              <a:t>dirección </a:t>
            </a:r>
            <a:r>
              <a:rPr lang="es-ES" dirty="0" err="1" smtClean="0"/>
              <a:t>ip</a:t>
            </a:r>
            <a:r>
              <a:rPr lang="es-ES" dirty="0" smtClean="0"/>
              <a:t>]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ver el dominio.</a:t>
            </a:r>
            <a:endParaRPr lang="es-DO" dirty="0"/>
          </a:p>
        </p:txBody>
      </p:sp>
      <p:sp>
        <p:nvSpPr>
          <p:cNvPr id="18" name="Rectángulo redondeado 17"/>
          <p:cNvSpPr/>
          <p:nvPr/>
        </p:nvSpPr>
        <p:spPr>
          <a:xfrm>
            <a:off x="7097485" y="2467242"/>
            <a:ext cx="1885406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995442"/>
            <a:ext cx="4149759" cy="1943559"/>
          </a:xfrm>
          <a:prstGeom prst="rect">
            <a:avLst/>
          </a:prstGeom>
        </p:spPr>
      </p:pic>
      <p:sp>
        <p:nvSpPr>
          <p:cNvPr id="11" name="Rectángulo redondeado 10"/>
          <p:cNvSpPr/>
          <p:nvPr/>
        </p:nvSpPr>
        <p:spPr>
          <a:xfrm>
            <a:off x="7528621" y="2467242"/>
            <a:ext cx="2294647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6657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nslookup</a:t>
            </a:r>
            <a:r>
              <a:rPr lang="es-ES" dirty="0" smtClean="0"/>
              <a:t> server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ver el dominio.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0188" y="3047947"/>
            <a:ext cx="8022703" cy="1931102"/>
          </a:xfrm>
          <a:prstGeom prst="rect">
            <a:avLst/>
          </a:prstGeom>
        </p:spPr>
      </p:pic>
      <p:sp>
        <p:nvSpPr>
          <p:cNvPr id="18" name="Rectángulo redondeado 17"/>
          <p:cNvSpPr/>
          <p:nvPr/>
        </p:nvSpPr>
        <p:spPr>
          <a:xfrm>
            <a:off x="2342605" y="3407768"/>
            <a:ext cx="1885406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9" name="Rectángulo redondeado 8"/>
          <p:cNvSpPr/>
          <p:nvPr/>
        </p:nvSpPr>
        <p:spPr>
          <a:xfrm>
            <a:off x="1543594" y="4013498"/>
            <a:ext cx="1885406" cy="385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05382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63</Words>
  <Application>Microsoft Office PowerPoint</Application>
  <PresentationFormat>Panorámica</PresentationFormat>
  <Paragraphs>11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Introduccion a las redes (CCNA1)</vt:lpstr>
      <vt:lpstr>Comando nslookup</vt:lpstr>
      <vt:lpstr>Comando nslookup [dominio.com]</vt:lpstr>
      <vt:lpstr>Comando nslookup [dirección ip]</vt:lpstr>
      <vt:lpstr>Comando nslookup server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28</cp:revision>
  <dcterms:created xsi:type="dcterms:W3CDTF">2026-01-19T16:27:51Z</dcterms:created>
  <dcterms:modified xsi:type="dcterms:W3CDTF">2026-01-22T15:24:31Z</dcterms:modified>
</cp:coreProperties>
</file>