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69" r:id="rId11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71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Reto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#3 – </a:t>
            </a:r>
            <a:r>
              <a:rPr lang="es-DO" dirty="0" err="1">
                <a:latin typeface="Verdana" panose="020B0604030504040204" pitchFamily="34" charset="0"/>
                <a:ea typeface="Verdana" panose="020B0604030504040204" pitchFamily="34" charset="0"/>
              </a:rPr>
              <a:t>LocalStorage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dirty="0" err="1">
                <a:latin typeface="Verdana" panose="020B0604030504040204" pitchFamily="34" charset="0"/>
                <a:ea typeface="Verdana" panose="020B0604030504040204" pitchFamily="34" charset="0"/>
              </a:rPr>
              <a:t>Manipulation</a:t>
            </a:r>
            <a:endParaRPr lang="es-DO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encontraré una vulnerabilidad que permite cambiar el rol de acceso para el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logueo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de una pagina web</a:t>
            </a: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7521" y="670276"/>
            <a:ext cx="9535886" cy="536428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 primer lugar accedemos a la pagina web 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14" y="1344327"/>
            <a:ext cx="11107700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25044" y="666206"/>
            <a:ext cx="8472540" cy="737099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Probamos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clickeando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“Actualizar estado”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27" y="1256823"/>
            <a:ext cx="10917174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470707" y="656817"/>
            <a:ext cx="7419702" cy="571092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Inspeccionamos el botón “Actualizar estado” y analizamos el código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469" y="1542133"/>
            <a:ext cx="7405940" cy="480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0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27651" y="259651"/>
            <a:ext cx="8364585" cy="116259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Analizamos e investigamos el código y luego aplicamos lo investigado pulsando las opciones </a:t>
            </a:r>
            <a:b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 herramientas y después en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766" y="1552874"/>
            <a:ext cx="6102353" cy="492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449977" y="418011"/>
            <a:ext cx="9627326" cy="1515292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en “Local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storage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 y luego en el enlace de la página web, al hacer esto nos arroja unos valores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841" y="2199816"/>
            <a:ext cx="7600899" cy="392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55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316" y="600890"/>
            <a:ext cx="7432766" cy="1084218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 estos valores cambiaremos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guest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 </a:t>
            </a:r>
            <a:b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por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admin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 y luego presionamos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enter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62" y="1685108"/>
            <a:ext cx="6326874" cy="45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1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7389" y="434401"/>
            <a:ext cx="10437222" cy="574767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Y listo, al actualizar la página vemos que obtuvimos acceso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1152860"/>
            <a:ext cx="10936226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3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32509" y="2217511"/>
            <a:ext cx="7926977" cy="2942318"/>
          </a:xfrm>
        </p:spPr>
        <p:txBody>
          <a:bodyPr>
            <a:normAutofit/>
          </a:bodyPr>
          <a:lstStyle/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F12 para acceder a las herramientas del navegador.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herramientas del navegador web.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la herramienta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en la web.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Inspeccionar un botón web 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Leer código HTML y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Aprovechar las vulnerabilidades del almacenamiento local.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Tener mas conciencia a la hora de programar un sitio web.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18113" y="1227275"/>
            <a:ext cx="5355771" cy="73215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Lo aprendido en esta práctica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7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44749" y="1863269"/>
            <a:ext cx="7876364" cy="1546137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No utilizar el almacenamiento local de la aplicación para guardar valores que otorgan acceso.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métodos de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encriptamiento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sofisticados.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Tener un servidor para almacenar datos de acceso.</a:t>
            </a:r>
            <a:endParaRPr lang="es-DO" sz="20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851" y="1022168"/>
            <a:ext cx="7488286" cy="640714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Medidas que podemos utilizar para evitar esto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79763" y="3854178"/>
            <a:ext cx="2832463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200" b="1" dirty="0">
                <a:latin typeface="Verdana" panose="020B0604030504040204" pitchFamily="34" charset="0"/>
                <a:ea typeface="Verdana" panose="020B0604030504040204" pitchFamily="34" charset="0"/>
              </a:rPr>
              <a:t>Link de </a:t>
            </a:r>
            <a:r>
              <a:rPr lang="es-ES" sz="2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es-DO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616524" y="4708343"/>
            <a:ext cx="8958943" cy="1546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DO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https://github.com/elchecho3000-blip/Ciberseguridad-bootcamp/tree/main/Vulnerabilidades%20en%20paginas%20Web/LocalStorage-Manipulation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69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273</Words>
  <Application>Microsoft Office PowerPoint</Application>
  <PresentationFormat>Panorámica</PresentationFormat>
  <Paragraphs>28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En primer lugar accedemos a la pagina web a vulnerar </vt:lpstr>
      <vt:lpstr>Probamos clickeando “Actualizar estado”</vt:lpstr>
      <vt:lpstr>Inspeccionamos el botón “Actualizar estado” y analizamos el código</vt:lpstr>
      <vt:lpstr>Analizamos e investigamos el código y luego aplicamos lo investigado pulsando las opciones  de herramientas y después en Application</vt:lpstr>
      <vt:lpstr>Clickeamos en “Local storage” y luego en el enlace de la página web, al hacer esto nos arroja unos valores</vt:lpstr>
      <vt:lpstr>De estos valores cambiaremos “guest”  por “admin” y luego presionamos “enter”</vt:lpstr>
      <vt:lpstr>Y listo, al actualizar la página vemos que obtuvimos acceso</vt:lpstr>
      <vt:lpstr>Lo aprendido en esta práctica</vt:lpstr>
      <vt:lpstr>Medidas que podemos utilizar para evitar esto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Participante</cp:lastModifiedBy>
  <cp:revision>34</cp:revision>
  <dcterms:created xsi:type="dcterms:W3CDTF">2026-03-26T15:43:05Z</dcterms:created>
  <dcterms:modified xsi:type="dcterms:W3CDTF">2026-04-07T17:07:52Z</dcterms:modified>
</cp:coreProperties>
</file>