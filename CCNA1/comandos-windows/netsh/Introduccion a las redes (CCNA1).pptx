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19/1/2026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46191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19/1/2026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948138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19/1/2026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301363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D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D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19/1/2026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05858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D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D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19/1/2026</a:t>
            </a:fld>
            <a:endParaRPr lang="es-D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126150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19/1/2026</a:t>
            </a:fld>
            <a:endParaRPr lang="es-D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894391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19/1/2026</a:t>
            </a:fld>
            <a:endParaRPr lang="es-D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7789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19/1/2026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634897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19/1/2026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36189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19/1/2026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028706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19/1/2026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47352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C455F-990E-4E61-815E-988AF11988EF}" type="datetimeFigureOut">
              <a:rPr lang="es-DO" smtClean="0"/>
              <a:t>19/1/2026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930675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 smtClean="0"/>
              <a:t>Introduccion</a:t>
            </a:r>
            <a:r>
              <a:rPr lang="es-ES" dirty="0" smtClean="0"/>
              <a:t> a las redes (CCNA1)</a:t>
            </a:r>
            <a:endParaRPr lang="es-D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smtClean="0"/>
              <a:t>Comandos </a:t>
            </a:r>
            <a:r>
              <a:rPr lang="es-ES" dirty="0" err="1" smtClean="0"/>
              <a:t>netsh</a:t>
            </a:r>
            <a:r>
              <a:rPr lang="es-ES" dirty="0" smtClean="0"/>
              <a:t> para CMD de Windows</a:t>
            </a:r>
          </a:p>
          <a:p>
            <a:r>
              <a:rPr lang="es-ES" dirty="0" smtClean="0"/>
              <a:t>Luis Reyes </a:t>
            </a:r>
            <a:r>
              <a:rPr lang="es-ES" dirty="0" err="1" smtClean="0"/>
              <a:t>Volquez</a:t>
            </a:r>
            <a:endParaRPr lang="es-ES" dirty="0" smtClean="0"/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2934421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Comando </a:t>
            </a:r>
            <a:r>
              <a:rPr lang="es-ES" dirty="0" err="1" smtClean="0"/>
              <a:t>netsh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 smtClean="0"/>
              <a:t>Se utiliza para entrar al modo de administración de redes</a:t>
            </a:r>
            <a:endParaRPr lang="es-DO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29872" y="1825625"/>
            <a:ext cx="3343742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375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Comando </a:t>
            </a:r>
            <a:r>
              <a:rPr lang="es-ES" dirty="0" err="1" smtClean="0"/>
              <a:t>netsh</a:t>
            </a:r>
            <a:r>
              <a:rPr lang="es-ES" dirty="0" smtClean="0"/>
              <a:t> </a:t>
            </a:r>
            <a:r>
              <a:rPr lang="es-ES" dirty="0" err="1" smtClean="0"/>
              <a:t>wlan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 smtClean="0"/>
              <a:t>Se utiliza para entrar al modo de red inalámbrica en el </a:t>
            </a:r>
            <a:r>
              <a:rPr lang="es-ES" dirty="0" err="1" smtClean="0"/>
              <a:t>prompt</a:t>
            </a:r>
            <a:r>
              <a:rPr lang="es-ES" dirty="0" smtClean="0"/>
              <a:t> </a:t>
            </a:r>
            <a:r>
              <a:rPr lang="es-ES" dirty="0" err="1" smtClean="0"/>
              <a:t>netsh</a:t>
            </a:r>
            <a:endParaRPr lang="es-DO" dirty="0"/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15767" y="1690688"/>
            <a:ext cx="3381847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292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Comando </a:t>
            </a:r>
            <a:r>
              <a:rPr lang="es-ES" dirty="0" err="1" smtClean="0"/>
              <a:t>netsh</a:t>
            </a:r>
            <a:r>
              <a:rPr lang="es-ES" dirty="0" smtClean="0"/>
              <a:t> </a:t>
            </a:r>
            <a:r>
              <a:rPr lang="es-ES" dirty="0" err="1" smtClean="0"/>
              <a:t>wlan</a:t>
            </a:r>
            <a:r>
              <a:rPr lang="es-ES" dirty="0" smtClean="0"/>
              <a:t> show </a:t>
            </a:r>
            <a:r>
              <a:rPr lang="es-ES" dirty="0" err="1" smtClean="0"/>
              <a:t>profiles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 smtClean="0"/>
              <a:t>Se utiliza para visualizar los perfiles de red inalámbrica en el </a:t>
            </a:r>
            <a:r>
              <a:rPr lang="es-ES" dirty="0" err="1" smtClean="0"/>
              <a:t>prompt</a:t>
            </a:r>
            <a:r>
              <a:rPr lang="es-ES" dirty="0" smtClean="0"/>
              <a:t> </a:t>
            </a:r>
            <a:r>
              <a:rPr lang="es-ES" dirty="0" err="1" smtClean="0"/>
              <a:t>netsh</a:t>
            </a:r>
            <a:endParaRPr lang="es-DO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19693" y="1825625"/>
            <a:ext cx="4382112" cy="30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938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Comando </a:t>
            </a:r>
            <a:r>
              <a:rPr lang="es-ES" dirty="0" err="1" smtClean="0"/>
              <a:t>netsh</a:t>
            </a:r>
            <a:r>
              <a:rPr lang="es-ES" dirty="0" smtClean="0"/>
              <a:t> </a:t>
            </a:r>
            <a:r>
              <a:rPr lang="es-ES" dirty="0" err="1" smtClean="0"/>
              <a:t>wlan</a:t>
            </a:r>
            <a:r>
              <a:rPr lang="es-ES" dirty="0" smtClean="0"/>
              <a:t> show </a:t>
            </a:r>
            <a:r>
              <a:rPr lang="es-ES" dirty="0" err="1" smtClean="0"/>
              <a:t>profile</a:t>
            </a:r>
            <a:r>
              <a:rPr lang="es-ES" dirty="0" smtClean="0"/>
              <a:t> </a:t>
            </a:r>
            <a:r>
              <a:rPr lang="es-ES" dirty="0" err="1" smtClean="0"/>
              <a:t>name</a:t>
            </a:r>
            <a:r>
              <a:rPr lang="es-ES" dirty="0" smtClean="0"/>
              <a:t> = [nombre de la red]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 smtClean="0"/>
              <a:t>Se utiliza para visualizar un perfil de red inalámbrica que deseemos en el </a:t>
            </a:r>
            <a:r>
              <a:rPr lang="es-ES" dirty="0" err="1" smtClean="0"/>
              <a:t>prompt</a:t>
            </a:r>
            <a:r>
              <a:rPr lang="es-ES" dirty="0" smtClean="0"/>
              <a:t> </a:t>
            </a:r>
            <a:r>
              <a:rPr lang="es-ES" dirty="0" err="1" smtClean="0"/>
              <a:t>netsh</a:t>
            </a:r>
            <a:endParaRPr lang="es-DO" dirty="0"/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92685" y="1018904"/>
            <a:ext cx="4128955" cy="570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638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Comando </a:t>
            </a:r>
            <a:r>
              <a:rPr lang="es-ES" dirty="0" err="1" smtClean="0"/>
              <a:t>netsh</a:t>
            </a:r>
            <a:r>
              <a:rPr lang="es-ES" dirty="0" smtClean="0"/>
              <a:t> </a:t>
            </a:r>
            <a:r>
              <a:rPr lang="es-ES" dirty="0" err="1" smtClean="0"/>
              <a:t>wlan</a:t>
            </a:r>
            <a:r>
              <a:rPr lang="es-ES" dirty="0" smtClean="0"/>
              <a:t> show </a:t>
            </a:r>
            <a:r>
              <a:rPr lang="es-ES" dirty="0" err="1" smtClean="0"/>
              <a:t>profile</a:t>
            </a:r>
            <a:r>
              <a:rPr lang="es-ES" dirty="0" smtClean="0"/>
              <a:t> </a:t>
            </a:r>
            <a:r>
              <a:rPr lang="es-ES" dirty="0" err="1" smtClean="0"/>
              <a:t>name</a:t>
            </a:r>
            <a:r>
              <a:rPr lang="es-ES" dirty="0" smtClean="0"/>
              <a:t> = [nombre de la red] </a:t>
            </a:r>
            <a:r>
              <a:rPr lang="es-ES" dirty="0" err="1" smtClean="0"/>
              <a:t>key</a:t>
            </a:r>
            <a:r>
              <a:rPr lang="es-ES" dirty="0" smtClean="0"/>
              <a:t> =</a:t>
            </a:r>
            <a:r>
              <a:rPr lang="es-ES" dirty="0" err="1" smtClean="0"/>
              <a:t>clear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 smtClean="0"/>
              <a:t>Se utiliza para visualizar la contraseña de un perfil de red inalámbrica que deseemos en el </a:t>
            </a:r>
            <a:r>
              <a:rPr lang="es-ES" dirty="0" err="1" smtClean="0"/>
              <a:t>prompt</a:t>
            </a:r>
            <a:r>
              <a:rPr lang="es-ES" dirty="0" smtClean="0"/>
              <a:t> </a:t>
            </a:r>
            <a:r>
              <a:rPr lang="es-ES" dirty="0" err="1" smtClean="0"/>
              <a:t>netsh</a:t>
            </a:r>
            <a:endParaRPr lang="es-DO" dirty="0"/>
          </a:p>
        </p:txBody>
      </p:sp>
      <p:pic>
        <p:nvPicPr>
          <p:cNvPr id="8" name="Marcador de contenido 7"/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311"/>
          <a:stretch/>
        </p:blipFill>
        <p:spPr>
          <a:xfrm>
            <a:off x="7674430" y="956586"/>
            <a:ext cx="4121331" cy="5796911"/>
          </a:xfrm>
        </p:spPr>
      </p:pic>
    </p:spTree>
    <p:extLst>
      <p:ext uri="{BB962C8B-B14F-4D97-AF65-F5344CB8AC3E}">
        <p14:creationId xmlns:p14="http://schemas.microsoft.com/office/powerpoint/2010/main" val="24279444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124</Words>
  <Application>Microsoft Office PowerPoint</Application>
  <PresentationFormat>Panorámica</PresentationFormat>
  <Paragraphs>13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Introduccion a las redes (CCNA1)</vt:lpstr>
      <vt:lpstr>Comando netsh</vt:lpstr>
      <vt:lpstr>Comando netsh wlan</vt:lpstr>
      <vt:lpstr>Comando netsh wlan show profiles</vt:lpstr>
      <vt:lpstr>Comando netsh wlan show profile name = [nombre de la red]</vt:lpstr>
      <vt:lpstr>Comando netsh wlan show profile name = [nombre de la red] key =clear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Introduccion a las redes (CCNA1)</dc:title>
  <dc:creator>Luis Reyes</dc:creator>
  <cp:lastModifiedBy>Participante</cp:lastModifiedBy>
  <cp:revision>6</cp:revision>
  <dcterms:created xsi:type="dcterms:W3CDTF">2026-01-19T16:27:51Z</dcterms:created>
  <dcterms:modified xsi:type="dcterms:W3CDTF">2026-01-19T17:04:47Z</dcterms:modified>
</cp:coreProperties>
</file>