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4" r:id="rId4"/>
    <p:sldId id="265" r:id="rId5"/>
    <p:sldId id="266" r:id="rId6"/>
    <p:sldId id="268" r:id="rId7"/>
    <p:sldId id="270" r:id="rId8"/>
    <p:sldId id="269" r:id="rId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#4 – </a:t>
            </a:r>
            <a:r>
              <a:rPr lang="es-DO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Header</a:t>
            </a:r>
            <a:r>
              <a:rPr lang="es-DO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Spoofing</a:t>
            </a:r>
            <a:endParaRPr lang="es-DO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que al cambiar el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user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agent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logro obtener el acceso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3E782B-E06A-DA68-FBED-A5C4C1FC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1214980"/>
            <a:ext cx="9964541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69241" y="238837"/>
            <a:ext cx="9653518" cy="1351128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dicha página; al analizar el código y luego investigar nos damos cuenta que existe una vulnerabilidad que se puede explotar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BBB342-BAFF-C74E-F79F-5AA79F01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131" y="1511640"/>
            <a:ext cx="6945738" cy="51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184564" y="235767"/>
            <a:ext cx="7822869" cy="116259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Entonces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el menú para mas herramientas y luego en condiciones de red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7B7C21-0792-BB30-FD49-C87DAD56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79" y="1398362"/>
            <a:ext cx="6909041" cy="515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27797" y="246891"/>
            <a:ext cx="10936406" cy="1337480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Desmarcamos la casilla “Usar navegador por defecto” y luego en la casilla “Introduce un agente de usuario” digitamos el agente que nos proporciona la misma página web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9C6071-3EE4-9CE5-3F82-41B5A280B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246" y="1584371"/>
            <a:ext cx="6710802" cy="474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423608" y="434401"/>
            <a:ext cx="9344784" cy="574767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la página nos muestra que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CD1884-AC2D-E239-F222-0739F5FC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56" y="1009168"/>
            <a:ext cx="10126488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7926977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Network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conditions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</a:t>
            </a:r>
            <a:r>
              <a:rPr lang="es-DO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Agent</a:t>
            </a:r>
            <a:r>
              <a:rPr lang="es-DO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user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92072" y="1863270"/>
            <a:ext cx="10044751" cy="456850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No revelar el agente de usuario que permite el acceso a una página web.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9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240</Words>
  <Application>Microsoft Office PowerPoint</Application>
  <PresentationFormat>Panorámica</PresentationFormat>
  <Paragraphs>23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Inspeccionamos dicha página; al analizar el código y luego investigar nos damos cuenta que existe una vulnerabilidad que se puede explotar</vt:lpstr>
      <vt:lpstr>Entonces clickeamos en el menú para mas herramientas y luego en condiciones de red </vt:lpstr>
      <vt:lpstr>Desmarcamos la casilla “Usar navegador por defecto” y luego en la casilla “Introduce un agente de usuario” digitamos el agente que nos proporciona la misma página web</vt:lpstr>
      <vt:lpstr>Y listo, la página nos muestra que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34</cp:revision>
  <dcterms:created xsi:type="dcterms:W3CDTF">2026-03-26T15:43:05Z</dcterms:created>
  <dcterms:modified xsi:type="dcterms:W3CDTF">2026-04-04T11:37:53Z</dcterms:modified>
</cp:coreProperties>
</file>