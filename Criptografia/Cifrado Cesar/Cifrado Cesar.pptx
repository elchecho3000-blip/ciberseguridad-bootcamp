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4DF5F-86F9-5F14-B807-DF75A1498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BD3249-F690-4BBA-61A5-A060E56A7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AA77BD-83CF-8798-CDE4-AAFE4E87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5700C0-E7D4-9ADE-756E-0BB7DF112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2B4956-CF58-84F6-A362-36D87425A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66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1C22A-46EF-B7F7-DA9F-FFC64668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3B9B53-B116-B5AB-097A-CF499D9EA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1F34A0-DA1E-0C5F-35CD-3444CC230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648977-B820-4807-0731-261B902FD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F4C08C-3EE1-33F2-79A6-03026695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8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BF7DA-EBE4-1053-73F8-FAE756D99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0D9FAC-30AA-41EB-2FAD-2D14E01A8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25522-CB91-2B90-6748-3B6D43E6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6D1450-5D93-FED1-D489-2C0DBD0AA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5D2F38-1C10-6B9C-0ED8-23543970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8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5B587-AE33-60B5-00D5-3C3F67212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C43273-DA38-1E89-2C28-5FF939D2B3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D698C4-5829-7233-7B4E-C251FE099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977B2E-C4CD-4D2B-2878-92CF7FB7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B19627-C344-00EA-0E00-A5E7276C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C9E700-6417-4C44-2F11-733E7D7E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3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41B00E-2E34-C83D-5443-54B0A259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B325F6-08C6-55A3-5389-3741580B4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1E0E68-A162-4BE8-65D3-62BD56B66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AFD13B6-4339-CCD9-CAC8-6D1012ACD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E7BAA4A-179E-6050-222C-D06160EE19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9477E7-A7CC-2F29-BACF-57BBB4AA6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651D8F-A5B1-B34B-6F87-FEF29B031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25A7A89-8E33-9953-8269-80B6D440B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9802B-E5D9-D1CC-2C16-1D4B3D423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8276DE-E2D8-FDD8-811C-F60DBF969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A15A6A-5967-555E-2E8F-AD5BE8A6C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F0BE36-C324-0896-CCE0-B53F4973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11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B3F4718-C4BE-2AB0-37D5-E5099C95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3350FE-D811-B801-D003-50C4B1CEB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1DC38B-1F68-631D-CF5C-7CDBA760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71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CDD9A-10F9-BA6A-3307-A4D2184E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B55335-7D17-0DC1-F3D9-59D75E047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8DBA60-6F4A-CDEF-E714-412937022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2BD7D4-6BD4-E5B6-0D60-552ED0BBE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4091E5-C77D-6678-C590-FCE7BC7F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20BBE9-8C5F-4D41-50E6-D71393C9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0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DA692-C551-3ACF-5625-CEFE488EC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1865D7E-1171-E6F9-4A78-BC1B7FCB14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47CF7C-4A8C-33F6-ADF3-7805D40A0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B96CCD-FB64-1AC1-E3A4-C53440D9D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5C5ABB-C0F4-D3B3-DE51-FB8CEBAA5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B5C441-8A15-1221-64BB-3E6BA2D7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2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A917F-8A42-ED75-0D14-1DE743753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B5D46D3-60FA-71EB-87D8-B6AF14D43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E5F3A7-93B9-5B33-B99C-2E1D5FB3C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E310C9-C1DE-F06E-70C3-33CA1DD4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062832-5E06-DC39-235B-C353E309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85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DE9587-3760-07E5-5F2E-F01E8C253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3BC921-584E-4656-DBE2-E845A18EF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65357F-8FC1-262E-7EFC-16C1193B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1921B1-FA5C-BF47-1FDC-606911035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94725-EE54-29AA-C8A2-36D8AE682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22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C2981F2-5468-4048-53AA-5D3CB2BB6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9534CB-B1FA-9393-6593-CCC109E74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AAECA9-F9C9-FB14-5653-2EBF9EF543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09876-62AC-4B3E-B995-35F1DBFE7E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0EDEEE-B69A-54EA-8A4B-636639A9F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5DDD59-44B7-8943-454F-1B61B51E1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18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elchecho3000-blip/Ciberseguridad-bootcamp/tree/main/Criptografi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92AB771-0ADD-99B2-D56D-9D6632AA9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236" y="2685039"/>
            <a:ext cx="11707091" cy="40764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DO" b="1" dirty="0"/>
              <a:t>Participante: </a:t>
            </a:r>
            <a:r>
              <a:rPr lang="es-DO" dirty="0"/>
              <a:t>Luis Ramón Reyes </a:t>
            </a:r>
            <a:r>
              <a:rPr lang="es-DO" dirty="0" err="1"/>
              <a:t>Volquez</a:t>
            </a:r>
            <a:r>
              <a:rPr lang="es-DO" dirty="0"/>
              <a:t>	</a:t>
            </a:r>
          </a:p>
          <a:p>
            <a:pPr marL="0" indent="0">
              <a:buNone/>
            </a:pPr>
            <a:r>
              <a:rPr lang="es-DO" b="1" dirty="0"/>
              <a:t>Técnico: </a:t>
            </a:r>
            <a:r>
              <a:rPr lang="es-DO" dirty="0"/>
              <a:t>Ciberseguridad</a:t>
            </a:r>
          </a:p>
          <a:p>
            <a:pPr marL="0" indent="0">
              <a:buNone/>
            </a:pPr>
            <a:r>
              <a:rPr lang="es-DO" b="1" dirty="0"/>
              <a:t>Módulo: </a:t>
            </a:r>
            <a:r>
              <a:rPr lang="es-DO" dirty="0"/>
              <a:t>Criptografía</a:t>
            </a:r>
          </a:p>
          <a:p>
            <a:pPr marL="0" indent="0">
              <a:buNone/>
            </a:pPr>
            <a:r>
              <a:rPr lang="es-DO" b="1" dirty="0"/>
              <a:t>Facilitador: </a:t>
            </a:r>
            <a:r>
              <a:rPr lang="es-DO" dirty="0"/>
              <a:t>Kevin Feliz </a:t>
            </a:r>
            <a:r>
              <a:rPr lang="es-DO" dirty="0" err="1"/>
              <a:t>Henriquez</a:t>
            </a:r>
            <a:endParaRPr lang="es-DO" dirty="0"/>
          </a:p>
          <a:p>
            <a:pPr marL="0" indent="0">
              <a:buNone/>
            </a:pPr>
            <a:r>
              <a:rPr lang="es-DO" b="1" dirty="0"/>
              <a:t>Centro: </a:t>
            </a:r>
            <a:r>
              <a:rPr lang="es-DO" dirty="0" err="1"/>
              <a:t>Cyberclass</a:t>
            </a:r>
            <a:r>
              <a:rPr lang="es-DO" dirty="0"/>
              <a:t> - INFOTEP</a:t>
            </a:r>
          </a:p>
          <a:p>
            <a:pPr marL="0" indent="0" algn="l">
              <a:buNone/>
            </a:pPr>
            <a:r>
              <a:rPr lang="es-DO" b="1" dirty="0"/>
              <a:t>Práctica: </a:t>
            </a:r>
            <a:r>
              <a:rPr lang="es-DO" b="0" i="0" dirty="0">
                <a:solidFill>
                  <a:srgbClr val="1D2125"/>
                </a:solidFill>
                <a:effectLst/>
                <a:latin typeface="-apple-system"/>
              </a:rPr>
              <a:t>Fundamentos de Criptografía</a:t>
            </a:r>
          </a:p>
          <a:p>
            <a:pPr marL="0" indent="0">
              <a:buNone/>
            </a:pPr>
            <a:r>
              <a:rPr lang="es-DO" b="1" dirty="0"/>
              <a:t>Descripción: </a:t>
            </a:r>
            <a:r>
              <a:rPr lang="es-DO" dirty="0"/>
              <a:t>Es una introducción en la criptografía en la cual utilizaremos el cifrado Cesar. </a:t>
            </a:r>
          </a:p>
          <a:p>
            <a:pPr marL="0" indent="0">
              <a:buNone/>
            </a:pPr>
            <a:r>
              <a:rPr lang="es-DO" b="1" dirty="0"/>
              <a:t>Link de GitHub: </a:t>
            </a:r>
            <a:r>
              <a:rPr lang="es-DO" dirty="0">
                <a:hlinkClick r:id="rId2"/>
              </a:rPr>
              <a:t>https://github.com/elchecho3000-blip/Ciberseguridad-bootcamp/tree/main/Criptografia</a:t>
            </a:r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A5D422F-3A50-7316-164A-9988FFF19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781" y="1027144"/>
            <a:ext cx="4505954" cy="1228896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A604EA8-DA9D-BB26-AE97-B776E9D4B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9" y="65290"/>
            <a:ext cx="4162425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461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47717" y="1132041"/>
            <a:ext cx="5696565" cy="1325563"/>
          </a:xfrm>
        </p:spPr>
        <p:txBody>
          <a:bodyPr>
            <a:noAutofit/>
          </a:bodyPr>
          <a:lstStyle/>
          <a:p>
            <a:r>
              <a:rPr lang="es-ES" sz="2800" dirty="0"/>
              <a:t>Empezamos creando una función que nos simule un menú de selección.</a:t>
            </a:r>
            <a:endParaRPr lang="es-DO" sz="2800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EFAE3B7A-5DA5-1F0E-8682-03604E865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5745" y="2737341"/>
            <a:ext cx="6987601" cy="3150850"/>
          </a:xfrm>
        </p:spPr>
      </p:pic>
    </p:spTree>
    <p:extLst>
      <p:ext uri="{BB962C8B-B14F-4D97-AF65-F5344CB8AC3E}">
        <p14:creationId xmlns:p14="http://schemas.microsoft.com/office/powerpoint/2010/main" val="1777451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41804" y="365125"/>
            <a:ext cx="6908390" cy="1686523"/>
          </a:xfrm>
        </p:spPr>
        <p:txBody>
          <a:bodyPr>
            <a:normAutofit/>
          </a:bodyPr>
          <a:lstStyle/>
          <a:p>
            <a:r>
              <a:rPr lang="es-ES" sz="2800" dirty="0"/>
              <a:t>Luego creamos una función que nos servirá para cifrar el texto que introducirá el usuario.</a:t>
            </a:r>
            <a:endParaRPr lang="es-DO" sz="2800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AA052855-5E5D-F9FD-7FE2-7E640392E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4256" y="2051648"/>
            <a:ext cx="8863486" cy="3942777"/>
          </a:xfrm>
        </p:spPr>
      </p:pic>
    </p:spTree>
    <p:extLst>
      <p:ext uri="{BB962C8B-B14F-4D97-AF65-F5344CB8AC3E}">
        <p14:creationId xmlns:p14="http://schemas.microsoft.com/office/powerpoint/2010/main" val="248784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48696" y="593725"/>
            <a:ext cx="4311445" cy="5597830"/>
          </a:xfrm>
        </p:spPr>
        <p:txBody>
          <a:bodyPr>
            <a:normAutofit/>
          </a:bodyPr>
          <a:lstStyle/>
          <a:p>
            <a:r>
              <a:rPr lang="es-ES" sz="2800" dirty="0"/>
              <a:t>Seguimos con la función principal la cual se encargará de solicitar el mensaje y la clave para posteriormente cifrar el texto.</a:t>
            </a:r>
            <a:endParaRPr lang="es-DO" sz="2800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DD558063-9F9D-4D5A-8E76-EE2435BBF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5424" y="666445"/>
            <a:ext cx="5517092" cy="5597830"/>
          </a:xfrm>
        </p:spPr>
      </p:pic>
    </p:spTree>
    <p:extLst>
      <p:ext uri="{BB962C8B-B14F-4D97-AF65-F5344CB8AC3E}">
        <p14:creationId xmlns:p14="http://schemas.microsoft.com/office/powerpoint/2010/main" val="5177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50920" y="999306"/>
            <a:ext cx="5809635" cy="1325563"/>
          </a:xfrm>
        </p:spPr>
        <p:txBody>
          <a:bodyPr>
            <a:normAutofit/>
          </a:bodyPr>
          <a:lstStyle/>
          <a:p>
            <a:r>
              <a:rPr lang="es-ES" sz="2800" dirty="0"/>
              <a:t>Este es para llamar la función principal</a:t>
            </a:r>
            <a:endParaRPr lang="es-DO" sz="2800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C2B2A7E4-AC38-04D3-6B0B-3870081976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6576" y="2462981"/>
            <a:ext cx="6138324" cy="2519461"/>
          </a:xfrm>
        </p:spPr>
      </p:pic>
    </p:spTree>
    <p:extLst>
      <p:ext uri="{BB962C8B-B14F-4D97-AF65-F5344CB8AC3E}">
        <p14:creationId xmlns:p14="http://schemas.microsoft.com/office/powerpoint/2010/main" val="8284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29613" y="799328"/>
            <a:ext cx="1648133" cy="1325563"/>
          </a:xfrm>
        </p:spPr>
        <p:txBody>
          <a:bodyPr>
            <a:normAutofit/>
          </a:bodyPr>
          <a:lstStyle/>
          <a:p>
            <a:r>
              <a:rPr lang="es-ES" sz="2800" dirty="0"/>
              <a:t>Ejemplo 1</a:t>
            </a:r>
            <a:endParaRPr lang="es-DO" sz="2800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D3640A2C-C302-5FBC-84EC-51F386A05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9905" y="2124891"/>
            <a:ext cx="4147551" cy="3439432"/>
          </a:xfrm>
        </p:spPr>
      </p:pic>
    </p:spTree>
    <p:extLst>
      <p:ext uri="{BB962C8B-B14F-4D97-AF65-F5344CB8AC3E}">
        <p14:creationId xmlns:p14="http://schemas.microsoft.com/office/powerpoint/2010/main" val="248198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90377" y="1005501"/>
            <a:ext cx="1611245" cy="1325563"/>
          </a:xfrm>
        </p:spPr>
        <p:txBody>
          <a:bodyPr>
            <a:normAutofit/>
          </a:bodyPr>
          <a:lstStyle/>
          <a:p>
            <a:r>
              <a:rPr lang="es-ES" sz="2800" dirty="0"/>
              <a:t>Ejemplo 2</a:t>
            </a:r>
            <a:endParaRPr lang="es-DO" sz="2800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50C9AC1C-15D7-D8DC-D8DD-DA601F0A9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4353" y="2331064"/>
            <a:ext cx="4103292" cy="3100677"/>
          </a:xfrm>
        </p:spPr>
      </p:pic>
    </p:spTree>
    <p:extLst>
      <p:ext uri="{BB962C8B-B14F-4D97-AF65-F5344CB8AC3E}">
        <p14:creationId xmlns:p14="http://schemas.microsoft.com/office/powerpoint/2010/main" val="2873716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1B09D-88A9-09D4-8732-E54F6926D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841" y="763331"/>
            <a:ext cx="5872316" cy="1325563"/>
          </a:xfrm>
        </p:spPr>
        <p:txBody>
          <a:bodyPr>
            <a:normAutofit/>
          </a:bodyPr>
          <a:lstStyle/>
          <a:p>
            <a:r>
              <a:rPr lang="es-ES" sz="2800" dirty="0"/>
              <a:t>Este es el mismo programa agregándole en el menú el descifrado de texto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FF48CDF-1B8D-B8DE-167E-DEB2E7F41A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1571" y="2359742"/>
            <a:ext cx="6108857" cy="3465258"/>
          </a:xfrm>
        </p:spPr>
      </p:pic>
    </p:spTree>
    <p:extLst>
      <p:ext uri="{BB962C8B-B14F-4D97-AF65-F5344CB8AC3E}">
        <p14:creationId xmlns:p14="http://schemas.microsoft.com/office/powerpoint/2010/main" val="3234586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6B3E02-74EA-74CC-220A-5F66F6299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1350" y="792828"/>
            <a:ext cx="6049297" cy="1325563"/>
          </a:xfrm>
        </p:spPr>
        <p:txBody>
          <a:bodyPr>
            <a:normAutofit/>
          </a:bodyPr>
          <a:lstStyle/>
          <a:p>
            <a:r>
              <a:rPr lang="es-ES" sz="2800" dirty="0"/>
              <a:t>Creamos la función que nos servirá para cifrar el texto que introducirá el usuario.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C488E58-5ADE-EBE4-504D-7DF39A51D9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1800" y="2330246"/>
            <a:ext cx="8848399" cy="3616302"/>
          </a:xfrm>
        </p:spPr>
      </p:pic>
    </p:spTree>
    <p:extLst>
      <p:ext uri="{BB962C8B-B14F-4D97-AF65-F5344CB8AC3E}">
        <p14:creationId xmlns:p14="http://schemas.microsoft.com/office/powerpoint/2010/main" val="926554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2A6C6-4A83-BD8B-A667-0651A2FF3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157" y="983400"/>
            <a:ext cx="7081684" cy="1325563"/>
          </a:xfrm>
        </p:spPr>
        <p:txBody>
          <a:bodyPr>
            <a:normAutofit/>
          </a:bodyPr>
          <a:lstStyle/>
          <a:p>
            <a:r>
              <a:rPr lang="es-ES" sz="2800" dirty="0"/>
              <a:t>Luego creamos la función para descifrar el texto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74CD499-EAD7-519C-08D0-EAA935EAA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9241" y="2610465"/>
            <a:ext cx="8513517" cy="2601353"/>
          </a:xfrm>
        </p:spPr>
      </p:pic>
    </p:spTree>
    <p:extLst>
      <p:ext uri="{BB962C8B-B14F-4D97-AF65-F5344CB8AC3E}">
        <p14:creationId xmlns:p14="http://schemas.microsoft.com/office/powerpoint/2010/main" val="3015510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AD49C-84D0-E255-BCDC-B318B3179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9074" y="365125"/>
            <a:ext cx="7833852" cy="1900750"/>
          </a:xfrm>
        </p:spPr>
        <p:txBody>
          <a:bodyPr>
            <a:noAutofit/>
          </a:bodyPr>
          <a:lstStyle/>
          <a:p>
            <a:r>
              <a:rPr lang="es-ES" sz="2800" dirty="0"/>
              <a:t>Seguimos con la función principal la cual se encargará de solicitar el mensaje y la clave para posteriormente cifrar el texto, descifrarlo y ver el historial.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159BC77-7D78-7D11-0EF6-ACF8EC6D5D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9019" y="2265875"/>
            <a:ext cx="8573962" cy="3901503"/>
          </a:xfrm>
        </p:spPr>
      </p:pic>
    </p:spTree>
    <p:extLst>
      <p:ext uri="{BB962C8B-B14F-4D97-AF65-F5344CB8AC3E}">
        <p14:creationId xmlns:p14="http://schemas.microsoft.com/office/powerpoint/2010/main" val="4098476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7DB6A1-676C-5A2B-5185-5496279C2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8944" y="598991"/>
            <a:ext cx="5474110" cy="1325563"/>
          </a:xfrm>
        </p:spPr>
        <p:txBody>
          <a:bodyPr>
            <a:normAutofit/>
          </a:bodyPr>
          <a:lstStyle/>
          <a:p>
            <a:r>
              <a:rPr lang="es-ES" sz="2800" dirty="0"/>
              <a:t>Continuamos con la función principal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891CB44-ECF7-2CBA-CB23-8D59A62C8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5047" y="1924554"/>
            <a:ext cx="7201905" cy="4153480"/>
          </a:xfrm>
        </p:spPr>
      </p:pic>
    </p:spTree>
    <p:extLst>
      <p:ext uri="{BB962C8B-B14F-4D97-AF65-F5344CB8AC3E}">
        <p14:creationId xmlns:p14="http://schemas.microsoft.com/office/powerpoint/2010/main" val="2312204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86884-5640-4890-25F3-F39356F11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3080" y="1427009"/>
            <a:ext cx="5665839" cy="1325563"/>
          </a:xfrm>
        </p:spPr>
        <p:txBody>
          <a:bodyPr>
            <a:normAutofit/>
          </a:bodyPr>
          <a:lstStyle/>
          <a:p>
            <a:r>
              <a:rPr lang="es-ES" sz="2800" dirty="0"/>
              <a:t>Este es para llamar la función principal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ECB0FAB-7674-1A1A-B94B-D354F2D5D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5175" y="2964426"/>
            <a:ext cx="7001650" cy="2593203"/>
          </a:xfrm>
        </p:spPr>
      </p:pic>
    </p:spTree>
    <p:extLst>
      <p:ext uri="{BB962C8B-B14F-4D97-AF65-F5344CB8AC3E}">
        <p14:creationId xmlns:p14="http://schemas.microsoft.com/office/powerpoint/2010/main" val="926317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A5B5E0-3B38-87DE-7667-43703A1F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6492" y="1373654"/>
            <a:ext cx="6359013" cy="1325563"/>
          </a:xfrm>
        </p:spPr>
        <p:txBody>
          <a:bodyPr>
            <a:normAutofit/>
          </a:bodyPr>
          <a:lstStyle/>
          <a:p>
            <a:r>
              <a:rPr lang="es-ES" sz="2800" dirty="0"/>
              <a:t>Ejemplo del menú luego de la modificación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47844FB-027D-233D-8033-05E708FEAF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6068" y="2861188"/>
            <a:ext cx="5319863" cy="2623158"/>
          </a:xfrm>
        </p:spPr>
      </p:pic>
    </p:spTree>
    <p:extLst>
      <p:ext uri="{BB962C8B-B14F-4D97-AF65-F5344CB8AC3E}">
        <p14:creationId xmlns:p14="http://schemas.microsoft.com/office/powerpoint/2010/main" val="4671137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207</Words>
  <Application>Microsoft Office PowerPoint</Application>
  <PresentationFormat>Panorámica</PresentationFormat>
  <Paragraphs>21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-apple-system</vt:lpstr>
      <vt:lpstr>Arial</vt:lpstr>
      <vt:lpstr>Calibri</vt:lpstr>
      <vt:lpstr>Calibri Light</vt:lpstr>
      <vt:lpstr>Tema de Office</vt:lpstr>
      <vt:lpstr>Presentación de PowerPoint</vt:lpstr>
      <vt:lpstr>Empezamos creando una función que nos simule un menú de selección.</vt:lpstr>
      <vt:lpstr>Luego creamos una función que nos servirá para cifrar el texto que introducirá el usuario.</vt:lpstr>
      <vt:lpstr>Seguimos con la función principal la cual se encargará de solicitar el mensaje y la clave para posteriormente cifrar el texto.</vt:lpstr>
      <vt:lpstr>Este es para llamar la función principal</vt:lpstr>
      <vt:lpstr>Ejemplo 1</vt:lpstr>
      <vt:lpstr>Ejemplo 2</vt:lpstr>
      <vt:lpstr>Este es el mismo programa agregándole en el menú el descifrado de texto</vt:lpstr>
      <vt:lpstr>Creamos la función que nos servirá para cifrar el texto que introducirá el usuario.</vt:lpstr>
      <vt:lpstr>Luego creamos la función para descifrar el texto</vt:lpstr>
      <vt:lpstr>Seguimos con la función principal la cual se encargará de solicitar el mensaje y la clave para posteriormente cifrar el texto, descifrarlo y ver el historial.</vt:lpstr>
      <vt:lpstr>Continuamos con la función principal</vt:lpstr>
      <vt:lpstr>Este es para llamar la función principal</vt:lpstr>
      <vt:lpstr>Ejemplo del menú luego de la modificación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</dc:title>
  <dc:creator>Luis Reyes</dc:creator>
  <cp:lastModifiedBy>Luis Reyes Volquez</cp:lastModifiedBy>
  <cp:revision>17</cp:revision>
  <dcterms:created xsi:type="dcterms:W3CDTF">2026-03-31T00:35:05Z</dcterms:created>
  <dcterms:modified xsi:type="dcterms:W3CDTF">2026-06-08T03:19:22Z</dcterms:modified>
</cp:coreProperties>
</file>