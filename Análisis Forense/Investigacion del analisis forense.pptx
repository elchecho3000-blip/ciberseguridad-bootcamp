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4" r:id="rId3"/>
    <p:sldId id="275" r:id="rId4"/>
    <p:sldId id="276" r:id="rId5"/>
    <p:sldId id="277" r:id="rId6"/>
    <p:sldId id="278" r:id="rId7"/>
    <p:sldId id="282" r:id="rId8"/>
    <p:sldId id="279" r:id="rId9"/>
    <p:sldId id="280" r:id="rId10"/>
    <p:sldId id="281" r:id="rId11"/>
    <p:sldId id="283"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9" d="100"/>
          <a:sy n="69" d="100"/>
        </p:scale>
        <p:origin x="78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CEE4DF5F-86F9-5F14-B807-DF75A1498398}"/>
              </a:ext>
            </a:extLst>
          </p:cNvPr>
          <p:cNvSpPr>
            <a:spLocks noGrp="1"/>
          </p:cNvSpPr>
          <p:nvPr>
            <p:ph type="ctrTitle"/>
          </p:nvPr>
        </p:nvSpPr>
        <p:spPr>
          <a:xfrm>
            <a:off x="1524000" y="1122363"/>
            <a:ext cx="9144000" cy="2387600"/>
          </a:xfrm>
        </p:spPr>
        <p:txBody>
          <a:bodyPr anchor="b"/>
          <a:lstStyle>
            <a:lvl1pPr algn="ctr">
              <a:defRPr sz="6000"/>
            </a:lvl1pPr>
          </a:lstStyle>
          <a:p>
            <a:r>
              <a:rPr lang="es-MX"/>
              <a:t>Haz clic para modificar el estilo de título del patrón</a:t>
            </a:r>
            <a:endParaRPr lang="en-US"/>
          </a:p>
        </p:txBody>
      </p:sp>
      <p:sp>
        <p:nvSpPr>
          <p:cNvPr id="3" name="Subtítulo 2">
            <a:extLst>
              <a:ext uri="{FF2B5EF4-FFF2-40B4-BE49-F238E27FC236}">
                <a16:creationId xmlns:a16="http://schemas.microsoft.com/office/drawing/2014/main" xmlns="" id="{A8BD3249-F690-4BBA-61A5-A060E56A713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n-US"/>
          </a:p>
        </p:txBody>
      </p:sp>
      <p:sp>
        <p:nvSpPr>
          <p:cNvPr id="4" name="Marcador de fecha 3">
            <a:extLst>
              <a:ext uri="{FF2B5EF4-FFF2-40B4-BE49-F238E27FC236}">
                <a16:creationId xmlns:a16="http://schemas.microsoft.com/office/drawing/2014/main" xmlns="" id="{CFAA77BD-83CF-8798-CDE4-AAFE4E87111B}"/>
              </a:ext>
            </a:extLst>
          </p:cNvPr>
          <p:cNvSpPr>
            <a:spLocks noGrp="1"/>
          </p:cNvSpPr>
          <p:nvPr>
            <p:ph type="dt" sz="half" idx="10"/>
          </p:nvPr>
        </p:nvSpPr>
        <p:spPr/>
        <p:txBody>
          <a:bodyPr/>
          <a:lstStyle/>
          <a:p>
            <a:fld id="{87A09876-62AC-4B3E-B995-35F1DBFE7EBB}" type="datetimeFigureOut">
              <a:rPr lang="en-US" smtClean="0"/>
              <a:t>6/14/2026</a:t>
            </a:fld>
            <a:endParaRPr lang="en-US"/>
          </a:p>
        </p:txBody>
      </p:sp>
      <p:sp>
        <p:nvSpPr>
          <p:cNvPr id="5" name="Marcador de pie de página 4">
            <a:extLst>
              <a:ext uri="{FF2B5EF4-FFF2-40B4-BE49-F238E27FC236}">
                <a16:creationId xmlns:a16="http://schemas.microsoft.com/office/drawing/2014/main" xmlns="" id="{D45700C0-E7D4-9ADE-756E-0BB7DF112C3A}"/>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xmlns="" id="{812B4956-CF58-84F6-A362-36D87425A231}"/>
              </a:ext>
            </a:extLst>
          </p:cNvPr>
          <p:cNvSpPr>
            <a:spLocks noGrp="1"/>
          </p:cNvSpPr>
          <p:nvPr>
            <p:ph type="sldNum" sz="quarter" idx="12"/>
          </p:nvPr>
        </p:nvSpPr>
        <p:spPr/>
        <p:txBody>
          <a:bodyPr/>
          <a:lstStyle/>
          <a:p>
            <a:fld id="{157348AD-A998-4A3D-9C03-778291B738D6}" type="slidenum">
              <a:rPr lang="en-US" smtClean="0"/>
              <a:t>‹Nº›</a:t>
            </a:fld>
            <a:endParaRPr lang="en-US"/>
          </a:p>
        </p:txBody>
      </p:sp>
    </p:spTree>
    <p:extLst>
      <p:ext uri="{BB962C8B-B14F-4D97-AF65-F5344CB8AC3E}">
        <p14:creationId xmlns:p14="http://schemas.microsoft.com/office/powerpoint/2010/main" val="24568661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9A51C22A-46EF-B7F7-DA9F-FFC646680696}"/>
              </a:ext>
            </a:extLst>
          </p:cNvPr>
          <p:cNvSpPr>
            <a:spLocks noGrp="1"/>
          </p:cNvSpPr>
          <p:nvPr>
            <p:ph type="title"/>
          </p:nvPr>
        </p:nvSpPr>
        <p:spPr/>
        <p:txBody>
          <a:bodyPr/>
          <a:lstStyle/>
          <a:p>
            <a:r>
              <a:rPr lang="es-MX"/>
              <a:t>Haz clic para modificar el estilo de título del patrón</a:t>
            </a:r>
            <a:endParaRPr lang="en-US"/>
          </a:p>
        </p:txBody>
      </p:sp>
      <p:sp>
        <p:nvSpPr>
          <p:cNvPr id="3" name="Marcador de contenido 2">
            <a:extLst>
              <a:ext uri="{FF2B5EF4-FFF2-40B4-BE49-F238E27FC236}">
                <a16:creationId xmlns:a16="http://schemas.microsoft.com/office/drawing/2014/main" xmlns="" id="{A53B9B53-B116-B5AB-097A-CF499D9EAD0F}"/>
              </a:ext>
            </a:extLst>
          </p:cNvPr>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Marcador de fecha 3">
            <a:extLst>
              <a:ext uri="{FF2B5EF4-FFF2-40B4-BE49-F238E27FC236}">
                <a16:creationId xmlns:a16="http://schemas.microsoft.com/office/drawing/2014/main" xmlns="" id="{641F34A0-DA1E-0C5F-35CD-3444CC230A6B}"/>
              </a:ext>
            </a:extLst>
          </p:cNvPr>
          <p:cNvSpPr>
            <a:spLocks noGrp="1"/>
          </p:cNvSpPr>
          <p:nvPr>
            <p:ph type="dt" sz="half" idx="10"/>
          </p:nvPr>
        </p:nvSpPr>
        <p:spPr/>
        <p:txBody>
          <a:bodyPr/>
          <a:lstStyle/>
          <a:p>
            <a:fld id="{87A09876-62AC-4B3E-B995-35F1DBFE7EBB}" type="datetimeFigureOut">
              <a:rPr lang="en-US" smtClean="0"/>
              <a:t>6/14/2026</a:t>
            </a:fld>
            <a:endParaRPr lang="en-US"/>
          </a:p>
        </p:txBody>
      </p:sp>
      <p:sp>
        <p:nvSpPr>
          <p:cNvPr id="5" name="Marcador de pie de página 4">
            <a:extLst>
              <a:ext uri="{FF2B5EF4-FFF2-40B4-BE49-F238E27FC236}">
                <a16:creationId xmlns:a16="http://schemas.microsoft.com/office/drawing/2014/main" xmlns="" id="{94648977-B820-4807-0731-261B902FD5D3}"/>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xmlns="" id="{E9F4C08C-3EE1-33F2-79A6-03026695018B}"/>
              </a:ext>
            </a:extLst>
          </p:cNvPr>
          <p:cNvSpPr>
            <a:spLocks noGrp="1"/>
          </p:cNvSpPr>
          <p:nvPr>
            <p:ph type="sldNum" sz="quarter" idx="12"/>
          </p:nvPr>
        </p:nvSpPr>
        <p:spPr/>
        <p:txBody>
          <a:bodyPr/>
          <a:lstStyle/>
          <a:p>
            <a:fld id="{157348AD-A998-4A3D-9C03-778291B738D6}" type="slidenum">
              <a:rPr lang="en-US" smtClean="0"/>
              <a:t>‹Nº›</a:t>
            </a:fld>
            <a:endParaRPr lang="en-US"/>
          </a:p>
        </p:txBody>
      </p:sp>
    </p:spTree>
    <p:extLst>
      <p:ext uri="{BB962C8B-B14F-4D97-AF65-F5344CB8AC3E}">
        <p14:creationId xmlns:p14="http://schemas.microsoft.com/office/powerpoint/2010/main" val="3039485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80ABF7DA-EBE4-1053-73F8-FAE756D997F4}"/>
              </a:ext>
            </a:extLst>
          </p:cNvPr>
          <p:cNvSpPr>
            <a:spLocks noGrp="1"/>
          </p:cNvSpPr>
          <p:nvPr>
            <p:ph type="title"/>
          </p:nvPr>
        </p:nvSpPr>
        <p:spPr>
          <a:xfrm>
            <a:off x="831850" y="1709738"/>
            <a:ext cx="10515600" cy="2852737"/>
          </a:xfrm>
        </p:spPr>
        <p:txBody>
          <a:bodyPr anchor="b"/>
          <a:lstStyle>
            <a:lvl1pPr>
              <a:defRPr sz="6000"/>
            </a:lvl1pPr>
          </a:lstStyle>
          <a:p>
            <a:r>
              <a:rPr lang="es-MX"/>
              <a:t>Haz clic para modificar el estilo de título del patrón</a:t>
            </a:r>
            <a:endParaRPr lang="en-US"/>
          </a:p>
        </p:txBody>
      </p:sp>
      <p:sp>
        <p:nvSpPr>
          <p:cNvPr id="3" name="Marcador de texto 2">
            <a:extLst>
              <a:ext uri="{FF2B5EF4-FFF2-40B4-BE49-F238E27FC236}">
                <a16:creationId xmlns:a16="http://schemas.microsoft.com/office/drawing/2014/main" xmlns="" id="{210D9FAC-30AA-41EB-2FAD-2D14E01A87A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MX"/>
              <a:t>Haga clic para modificar los estilos de texto del patrón</a:t>
            </a:r>
          </a:p>
        </p:txBody>
      </p:sp>
      <p:sp>
        <p:nvSpPr>
          <p:cNvPr id="4" name="Marcador de fecha 3">
            <a:extLst>
              <a:ext uri="{FF2B5EF4-FFF2-40B4-BE49-F238E27FC236}">
                <a16:creationId xmlns:a16="http://schemas.microsoft.com/office/drawing/2014/main" xmlns="" id="{49F25522-CB91-2B90-6748-3B6D43E659FD}"/>
              </a:ext>
            </a:extLst>
          </p:cNvPr>
          <p:cNvSpPr>
            <a:spLocks noGrp="1"/>
          </p:cNvSpPr>
          <p:nvPr>
            <p:ph type="dt" sz="half" idx="10"/>
          </p:nvPr>
        </p:nvSpPr>
        <p:spPr/>
        <p:txBody>
          <a:bodyPr/>
          <a:lstStyle/>
          <a:p>
            <a:fld id="{87A09876-62AC-4B3E-B995-35F1DBFE7EBB}" type="datetimeFigureOut">
              <a:rPr lang="en-US" smtClean="0"/>
              <a:t>6/14/2026</a:t>
            </a:fld>
            <a:endParaRPr lang="en-US"/>
          </a:p>
        </p:txBody>
      </p:sp>
      <p:sp>
        <p:nvSpPr>
          <p:cNvPr id="5" name="Marcador de pie de página 4">
            <a:extLst>
              <a:ext uri="{FF2B5EF4-FFF2-40B4-BE49-F238E27FC236}">
                <a16:creationId xmlns:a16="http://schemas.microsoft.com/office/drawing/2014/main" xmlns="" id="{0E6D1450-5D93-FED1-D489-2C0DBD0AACE5}"/>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xmlns="" id="{CF5D2F38-1C10-6B9C-0ED8-23543970A79B}"/>
              </a:ext>
            </a:extLst>
          </p:cNvPr>
          <p:cNvSpPr>
            <a:spLocks noGrp="1"/>
          </p:cNvSpPr>
          <p:nvPr>
            <p:ph type="sldNum" sz="quarter" idx="12"/>
          </p:nvPr>
        </p:nvSpPr>
        <p:spPr/>
        <p:txBody>
          <a:bodyPr/>
          <a:lstStyle/>
          <a:p>
            <a:fld id="{157348AD-A998-4A3D-9C03-778291B738D6}" type="slidenum">
              <a:rPr lang="en-US" smtClean="0"/>
              <a:t>‹Nº›</a:t>
            </a:fld>
            <a:endParaRPr lang="en-US"/>
          </a:p>
        </p:txBody>
      </p:sp>
    </p:spTree>
    <p:extLst>
      <p:ext uri="{BB962C8B-B14F-4D97-AF65-F5344CB8AC3E}">
        <p14:creationId xmlns:p14="http://schemas.microsoft.com/office/powerpoint/2010/main" val="28403835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47B5B587-AE33-60B5-00D5-3C3F672122FF}"/>
              </a:ext>
            </a:extLst>
          </p:cNvPr>
          <p:cNvSpPr>
            <a:spLocks noGrp="1"/>
          </p:cNvSpPr>
          <p:nvPr>
            <p:ph type="title"/>
          </p:nvPr>
        </p:nvSpPr>
        <p:spPr/>
        <p:txBody>
          <a:bodyPr/>
          <a:lstStyle/>
          <a:p>
            <a:r>
              <a:rPr lang="es-MX"/>
              <a:t>Haz clic para modificar el estilo de título del patrón</a:t>
            </a:r>
            <a:endParaRPr lang="en-US"/>
          </a:p>
        </p:txBody>
      </p:sp>
      <p:sp>
        <p:nvSpPr>
          <p:cNvPr id="3" name="Marcador de contenido 2">
            <a:extLst>
              <a:ext uri="{FF2B5EF4-FFF2-40B4-BE49-F238E27FC236}">
                <a16:creationId xmlns:a16="http://schemas.microsoft.com/office/drawing/2014/main" xmlns="" id="{E6C43273-DA38-1E89-2C28-5FF939D2B316}"/>
              </a:ext>
            </a:extLst>
          </p:cNvPr>
          <p:cNvSpPr>
            <a:spLocks noGrp="1"/>
          </p:cNvSpPr>
          <p:nvPr>
            <p:ph sz="half" idx="1"/>
          </p:nvPr>
        </p:nvSpPr>
        <p:spPr>
          <a:xfrm>
            <a:off x="838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Marcador de contenido 3">
            <a:extLst>
              <a:ext uri="{FF2B5EF4-FFF2-40B4-BE49-F238E27FC236}">
                <a16:creationId xmlns:a16="http://schemas.microsoft.com/office/drawing/2014/main" xmlns="" id="{74D698C4-5829-7233-7B4E-C251FE0997F3}"/>
              </a:ext>
            </a:extLst>
          </p:cNvPr>
          <p:cNvSpPr>
            <a:spLocks noGrp="1"/>
          </p:cNvSpPr>
          <p:nvPr>
            <p:ph sz="half" idx="2"/>
          </p:nvPr>
        </p:nvSpPr>
        <p:spPr>
          <a:xfrm>
            <a:off x="6172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5" name="Marcador de fecha 4">
            <a:extLst>
              <a:ext uri="{FF2B5EF4-FFF2-40B4-BE49-F238E27FC236}">
                <a16:creationId xmlns:a16="http://schemas.microsoft.com/office/drawing/2014/main" xmlns="" id="{7E977B2E-C4CD-4D2B-2878-92CF7FB716E1}"/>
              </a:ext>
            </a:extLst>
          </p:cNvPr>
          <p:cNvSpPr>
            <a:spLocks noGrp="1"/>
          </p:cNvSpPr>
          <p:nvPr>
            <p:ph type="dt" sz="half" idx="10"/>
          </p:nvPr>
        </p:nvSpPr>
        <p:spPr/>
        <p:txBody>
          <a:bodyPr/>
          <a:lstStyle/>
          <a:p>
            <a:fld id="{87A09876-62AC-4B3E-B995-35F1DBFE7EBB}" type="datetimeFigureOut">
              <a:rPr lang="en-US" smtClean="0"/>
              <a:t>6/14/2026</a:t>
            </a:fld>
            <a:endParaRPr lang="en-US"/>
          </a:p>
        </p:txBody>
      </p:sp>
      <p:sp>
        <p:nvSpPr>
          <p:cNvPr id="6" name="Marcador de pie de página 5">
            <a:extLst>
              <a:ext uri="{FF2B5EF4-FFF2-40B4-BE49-F238E27FC236}">
                <a16:creationId xmlns:a16="http://schemas.microsoft.com/office/drawing/2014/main" xmlns="" id="{62B19627-C344-00EA-0E00-A5E7276C9988}"/>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xmlns="" id="{9BC9E700-6417-4C44-2F11-733E7D7EFC2C}"/>
              </a:ext>
            </a:extLst>
          </p:cNvPr>
          <p:cNvSpPr>
            <a:spLocks noGrp="1"/>
          </p:cNvSpPr>
          <p:nvPr>
            <p:ph type="sldNum" sz="quarter" idx="12"/>
          </p:nvPr>
        </p:nvSpPr>
        <p:spPr/>
        <p:txBody>
          <a:bodyPr/>
          <a:lstStyle/>
          <a:p>
            <a:fld id="{157348AD-A998-4A3D-9C03-778291B738D6}" type="slidenum">
              <a:rPr lang="en-US" smtClean="0"/>
              <a:t>‹Nº›</a:t>
            </a:fld>
            <a:endParaRPr lang="en-US"/>
          </a:p>
        </p:txBody>
      </p:sp>
    </p:spTree>
    <p:extLst>
      <p:ext uri="{BB962C8B-B14F-4D97-AF65-F5344CB8AC3E}">
        <p14:creationId xmlns:p14="http://schemas.microsoft.com/office/powerpoint/2010/main" val="16759372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8D41B00E-2E34-C83D-5443-54B0A2599736}"/>
              </a:ext>
            </a:extLst>
          </p:cNvPr>
          <p:cNvSpPr>
            <a:spLocks noGrp="1"/>
          </p:cNvSpPr>
          <p:nvPr>
            <p:ph type="title"/>
          </p:nvPr>
        </p:nvSpPr>
        <p:spPr>
          <a:xfrm>
            <a:off x="839788" y="365125"/>
            <a:ext cx="10515600" cy="1325563"/>
          </a:xfrm>
        </p:spPr>
        <p:txBody>
          <a:bodyPr/>
          <a:lstStyle/>
          <a:p>
            <a:r>
              <a:rPr lang="es-MX"/>
              <a:t>Haz clic para modificar el estilo de título del patrón</a:t>
            </a:r>
            <a:endParaRPr lang="en-US"/>
          </a:p>
        </p:txBody>
      </p:sp>
      <p:sp>
        <p:nvSpPr>
          <p:cNvPr id="3" name="Marcador de texto 2">
            <a:extLst>
              <a:ext uri="{FF2B5EF4-FFF2-40B4-BE49-F238E27FC236}">
                <a16:creationId xmlns:a16="http://schemas.microsoft.com/office/drawing/2014/main" xmlns="" id="{F9B325F6-08C6-55A3-5389-3741580B465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Marcador de contenido 3">
            <a:extLst>
              <a:ext uri="{FF2B5EF4-FFF2-40B4-BE49-F238E27FC236}">
                <a16:creationId xmlns:a16="http://schemas.microsoft.com/office/drawing/2014/main" xmlns="" id="{471E0E68-A162-4BE8-65D3-62BD56B66CC6}"/>
              </a:ext>
            </a:extLst>
          </p:cNvPr>
          <p:cNvSpPr>
            <a:spLocks noGrp="1"/>
          </p:cNvSpPr>
          <p:nvPr>
            <p:ph sz="half" idx="2"/>
          </p:nvPr>
        </p:nvSpPr>
        <p:spPr>
          <a:xfrm>
            <a:off x="839788" y="2505075"/>
            <a:ext cx="5157787"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5" name="Marcador de texto 4">
            <a:extLst>
              <a:ext uri="{FF2B5EF4-FFF2-40B4-BE49-F238E27FC236}">
                <a16:creationId xmlns:a16="http://schemas.microsoft.com/office/drawing/2014/main" xmlns="" id="{8AFD13B6-4339-CCD9-CAC8-6D1012ACDD3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Marcador de contenido 5">
            <a:extLst>
              <a:ext uri="{FF2B5EF4-FFF2-40B4-BE49-F238E27FC236}">
                <a16:creationId xmlns:a16="http://schemas.microsoft.com/office/drawing/2014/main" xmlns="" id="{1E7BAA4A-179E-6050-222C-D06160EE19AC}"/>
              </a:ext>
            </a:extLst>
          </p:cNvPr>
          <p:cNvSpPr>
            <a:spLocks noGrp="1"/>
          </p:cNvSpPr>
          <p:nvPr>
            <p:ph sz="quarter" idx="4"/>
          </p:nvPr>
        </p:nvSpPr>
        <p:spPr>
          <a:xfrm>
            <a:off x="6172200" y="2505075"/>
            <a:ext cx="5183188"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7" name="Marcador de fecha 6">
            <a:extLst>
              <a:ext uri="{FF2B5EF4-FFF2-40B4-BE49-F238E27FC236}">
                <a16:creationId xmlns:a16="http://schemas.microsoft.com/office/drawing/2014/main" xmlns="" id="{F09477E7-A7CC-2F29-BACF-57BBB4AA6F20}"/>
              </a:ext>
            </a:extLst>
          </p:cNvPr>
          <p:cNvSpPr>
            <a:spLocks noGrp="1"/>
          </p:cNvSpPr>
          <p:nvPr>
            <p:ph type="dt" sz="half" idx="10"/>
          </p:nvPr>
        </p:nvSpPr>
        <p:spPr/>
        <p:txBody>
          <a:bodyPr/>
          <a:lstStyle/>
          <a:p>
            <a:fld id="{87A09876-62AC-4B3E-B995-35F1DBFE7EBB}" type="datetimeFigureOut">
              <a:rPr lang="en-US" smtClean="0"/>
              <a:t>6/14/2026</a:t>
            </a:fld>
            <a:endParaRPr lang="en-US"/>
          </a:p>
        </p:txBody>
      </p:sp>
      <p:sp>
        <p:nvSpPr>
          <p:cNvPr id="8" name="Marcador de pie de página 7">
            <a:extLst>
              <a:ext uri="{FF2B5EF4-FFF2-40B4-BE49-F238E27FC236}">
                <a16:creationId xmlns:a16="http://schemas.microsoft.com/office/drawing/2014/main" xmlns="" id="{29651D8F-A5B1-B34B-6F87-FEF29B031F55}"/>
              </a:ext>
            </a:extLst>
          </p:cNvPr>
          <p:cNvSpPr>
            <a:spLocks noGrp="1"/>
          </p:cNvSpPr>
          <p:nvPr>
            <p:ph type="ftr" sz="quarter" idx="11"/>
          </p:nvPr>
        </p:nvSpPr>
        <p:spPr/>
        <p:txBody>
          <a:bodyPr/>
          <a:lstStyle/>
          <a:p>
            <a:endParaRPr lang="en-US"/>
          </a:p>
        </p:txBody>
      </p:sp>
      <p:sp>
        <p:nvSpPr>
          <p:cNvPr id="9" name="Marcador de número de diapositiva 8">
            <a:extLst>
              <a:ext uri="{FF2B5EF4-FFF2-40B4-BE49-F238E27FC236}">
                <a16:creationId xmlns:a16="http://schemas.microsoft.com/office/drawing/2014/main" xmlns="" id="{C25A7A89-8E33-9953-8269-80B6D440B00B}"/>
              </a:ext>
            </a:extLst>
          </p:cNvPr>
          <p:cNvSpPr>
            <a:spLocks noGrp="1"/>
          </p:cNvSpPr>
          <p:nvPr>
            <p:ph type="sldNum" sz="quarter" idx="12"/>
          </p:nvPr>
        </p:nvSpPr>
        <p:spPr/>
        <p:txBody>
          <a:bodyPr/>
          <a:lstStyle/>
          <a:p>
            <a:fld id="{157348AD-A998-4A3D-9C03-778291B738D6}" type="slidenum">
              <a:rPr lang="en-US" smtClean="0"/>
              <a:t>‹Nº›</a:t>
            </a:fld>
            <a:endParaRPr lang="en-US"/>
          </a:p>
        </p:txBody>
      </p:sp>
    </p:spTree>
    <p:extLst>
      <p:ext uri="{BB962C8B-B14F-4D97-AF65-F5344CB8AC3E}">
        <p14:creationId xmlns:p14="http://schemas.microsoft.com/office/powerpoint/2010/main" val="80520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82E9802B-E5D9-D1CC-2C16-1D4B3D423255}"/>
              </a:ext>
            </a:extLst>
          </p:cNvPr>
          <p:cNvSpPr>
            <a:spLocks noGrp="1"/>
          </p:cNvSpPr>
          <p:nvPr>
            <p:ph type="title"/>
          </p:nvPr>
        </p:nvSpPr>
        <p:spPr/>
        <p:txBody>
          <a:bodyPr/>
          <a:lstStyle/>
          <a:p>
            <a:r>
              <a:rPr lang="es-MX"/>
              <a:t>Haz clic para modificar el estilo de título del patrón</a:t>
            </a:r>
            <a:endParaRPr lang="en-US"/>
          </a:p>
        </p:txBody>
      </p:sp>
      <p:sp>
        <p:nvSpPr>
          <p:cNvPr id="3" name="Marcador de fecha 2">
            <a:extLst>
              <a:ext uri="{FF2B5EF4-FFF2-40B4-BE49-F238E27FC236}">
                <a16:creationId xmlns:a16="http://schemas.microsoft.com/office/drawing/2014/main" xmlns="" id="{8E8276DE-E2D8-FDD8-811C-F60DBF9690A8}"/>
              </a:ext>
            </a:extLst>
          </p:cNvPr>
          <p:cNvSpPr>
            <a:spLocks noGrp="1"/>
          </p:cNvSpPr>
          <p:nvPr>
            <p:ph type="dt" sz="half" idx="10"/>
          </p:nvPr>
        </p:nvSpPr>
        <p:spPr/>
        <p:txBody>
          <a:bodyPr/>
          <a:lstStyle/>
          <a:p>
            <a:fld id="{87A09876-62AC-4B3E-B995-35F1DBFE7EBB}" type="datetimeFigureOut">
              <a:rPr lang="en-US" smtClean="0"/>
              <a:t>6/14/2026</a:t>
            </a:fld>
            <a:endParaRPr lang="en-US"/>
          </a:p>
        </p:txBody>
      </p:sp>
      <p:sp>
        <p:nvSpPr>
          <p:cNvPr id="4" name="Marcador de pie de página 3">
            <a:extLst>
              <a:ext uri="{FF2B5EF4-FFF2-40B4-BE49-F238E27FC236}">
                <a16:creationId xmlns:a16="http://schemas.microsoft.com/office/drawing/2014/main" xmlns="" id="{5EA15A6A-5967-555E-2E8F-AD5BE8A6CDC9}"/>
              </a:ext>
            </a:extLst>
          </p:cNvPr>
          <p:cNvSpPr>
            <a:spLocks noGrp="1"/>
          </p:cNvSpPr>
          <p:nvPr>
            <p:ph type="ftr" sz="quarter" idx="11"/>
          </p:nvPr>
        </p:nvSpPr>
        <p:spPr/>
        <p:txBody>
          <a:bodyPr/>
          <a:lstStyle/>
          <a:p>
            <a:endParaRPr lang="en-US"/>
          </a:p>
        </p:txBody>
      </p:sp>
      <p:sp>
        <p:nvSpPr>
          <p:cNvPr id="5" name="Marcador de número de diapositiva 4">
            <a:extLst>
              <a:ext uri="{FF2B5EF4-FFF2-40B4-BE49-F238E27FC236}">
                <a16:creationId xmlns:a16="http://schemas.microsoft.com/office/drawing/2014/main" xmlns="" id="{D3F0BE36-C324-0896-CCE0-B53F49733075}"/>
              </a:ext>
            </a:extLst>
          </p:cNvPr>
          <p:cNvSpPr>
            <a:spLocks noGrp="1"/>
          </p:cNvSpPr>
          <p:nvPr>
            <p:ph type="sldNum" sz="quarter" idx="12"/>
          </p:nvPr>
        </p:nvSpPr>
        <p:spPr/>
        <p:txBody>
          <a:bodyPr/>
          <a:lstStyle/>
          <a:p>
            <a:fld id="{157348AD-A998-4A3D-9C03-778291B738D6}" type="slidenum">
              <a:rPr lang="en-US" smtClean="0"/>
              <a:t>‹Nº›</a:t>
            </a:fld>
            <a:endParaRPr lang="en-US"/>
          </a:p>
        </p:txBody>
      </p:sp>
    </p:spTree>
    <p:extLst>
      <p:ext uri="{BB962C8B-B14F-4D97-AF65-F5344CB8AC3E}">
        <p14:creationId xmlns:p14="http://schemas.microsoft.com/office/powerpoint/2010/main" val="38281118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xmlns="" id="{8B3F4718-C4BE-2AB0-37D5-E5099C9578DE}"/>
              </a:ext>
            </a:extLst>
          </p:cNvPr>
          <p:cNvSpPr>
            <a:spLocks noGrp="1"/>
          </p:cNvSpPr>
          <p:nvPr>
            <p:ph type="dt" sz="half" idx="10"/>
          </p:nvPr>
        </p:nvSpPr>
        <p:spPr/>
        <p:txBody>
          <a:bodyPr/>
          <a:lstStyle/>
          <a:p>
            <a:fld id="{87A09876-62AC-4B3E-B995-35F1DBFE7EBB}" type="datetimeFigureOut">
              <a:rPr lang="en-US" smtClean="0"/>
              <a:t>6/14/2026</a:t>
            </a:fld>
            <a:endParaRPr lang="en-US"/>
          </a:p>
        </p:txBody>
      </p:sp>
      <p:sp>
        <p:nvSpPr>
          <p:cNvPr id="3" name="Marcador de pie de página 2">
            <a:extLst>
              <a:ext uri="{FF2B5EF4-FFF2-40B4-BE49-F238E27FC236}">
                <a16:creationId xmlns:a16="http://schemas.microsoft.com/office/drawing/2014/main" xmlns="" id="{BE3350FE-D811-B801-D003-50C4B1CEBD03}"/>
              </a:ext>
            </a:extLst>
          </p:cNvPr>
          <p:cNvSpPr>
            <a:spLocks noGrp="1"/>
          </p:cNvSpPr>
          <p:nvPr>
            <p:ph type="ftr" sz="quarter" idx="11"/>
          </p:nvPr>
        </p:nvSpPr>
        <p:spPr/>
        <p:txBody>
          <a:bodyPr/>
          <a:lstStyle/>
          <a:p>
            <a:endParaRPr lang="en-US"/>
          </a:p>
        </p:txBody>
      </p:sp>
      <p:sp>
        <p:nvSpPr>
          <p:cNvPr id="4" name="Marcador de número de diapositiva 3">
            <a:extLst>
              <a:ext uri="{FF2B5EF4-FFF2-40B4-BE49-F238E27FC236}">
                <a16:creationId xmlns:a16="http://schemas.microsoft.com/office/drawing/2014/main" xmlns="" id="{131DC38B-1F68-631D-CF5C-7CDBA7608066}"/>
              </a:ext>
            </a:extLst>
          </p:cNvPr>
          <p:cNvSpPr>
            <a:spLocks noGrp="1"/>
          </p:cNvSpPr>
          <p:nvPr>
            <p:ph type="sldNum" sz="quarter" idx="12"/>
          </p:nvPr>
        </p:nvSpPr>
        <p:spPr/>
        <p:txBody>
          <a:bodyPr/>
          <a:lstStyle/>
          <a:p>
            <a:fld id="{157348AD-A998-4A3D-9C03-778291B738D6}" type="slidenum">
              <a:rPr lang="en-US" smtClean="0"/>
              <a:t>‹Nº›</a:t>
            </a:fld>
            <a:endParaRPr lang="en-US"/>
          </a:p>
        </p:txBody>
      </p:sp>
    </p:spTree>
    <p:extLst>
      <p:ext uri="{BB962C8B-B14F-4D97-AF65-F5344CB8AC3E}">
        <p14:creationId xmlns:p14="http://schemas.microsoft.com/office/powerpoint/2010/main" val="24400714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A5CCDD9A-10F9-BA6A-3307-A4D2184E3AED}"/>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n-US"/>
          </a:p>
        </p:txBody>
      </p:sp>
      <p:sp>
        <p:nvSpPr>
          <p:cNvPr id="3" name="Marcador de contenido 2">
            <a:extLst>
              <a:ext uri="{FF2B5EF4-FFF2-40B4-BE49-F238E27FC236}">
                <a16:creationId xmlns:a16="http://schemas.microsoft.com/office/drawing/2014/main" xmlns="" id="{63B55335-7D17-0DC1-F3D9-59D75E047E4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Marcador de texto 3">
            <a:extLst>
              <a:ext uri="{FF2B5EF4-FFF2-40B4-BE49-F238E27FC236}">
                <a16:creationId xmlns:a16="http://schemas.microsoft.com/office/drawing/2014/main" xmlns="" id="{578DBA60-6F4A-CDEF-E714-412937022C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xmlns="" id="{FE2BD7D4-6BD4-E5B6-0D60-552ED0BBE718}"/>
              </a:ext>
            </a:extLst>
          </p:cNvPr>
          <p:cNvSpPr>
            <a:spLocks noGrp="1"/>
          </p:cNvSpPr>
          <p:nvPr>
            <p:ph type="dt" sz="half" idx="10"/>
          </p:nvPr>
        </p:nvSpPr>
        <p:spPr/>
        <p:txBody>
          <a:bodyPr/>
          <a:lstStyle/>
          <a:p>
            <a:fld id="{87A09876-62AC-4B3E-B995-35F1DBFE7EBB}" type="datetimeFigureOut">
              <a:rPr lang="en-US" smtClean="0"/>
              <a:t>6/14/2026</a:t>
            </a:fld>
            <a:endParaRPr lang="en-US"/>
          </a:p>
        </p:txBody>
      </p:sp>
      <p:sp>
        <p:nvSpPr>
          <p:cNvPr id="6" name="Marcador de pie de página 5">
            <a:extLst>
              <a:ext uri="{FF2B5EF4-FFF2-40B4-BE49-F238E27FC236}">
                <a16:creationId xmlns:a16="http://schemas.microsoft.com/office/drawing/2014/main" xmlns="" id="{564091E5-C77D-6678-C590-FCE7BC7F501F}"/>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xmlns="" id="{4620BBE9-8C5F-4D41-50E6-D71393C9F9A8}"/>
              </a:ext>
            </a:extLst>
          </p:cNvPr>
          <p:cNvSpPr>
            <a:spLocks noGrp="1"/>
          </p:cNvSpPr>
          <p:nvPr>
            <p:ph type="sldNum" sz="quarter" idx="12"/>
          </p:nvPr>
        </p:nvSpPr>
        <p:spPr/>
        <p:txBody>
          <a:bodyPr/>
          <a:lstStyle/>
          <a:p>
            <a:fld id="{157348AD-A998-4A3D-9C03-778291B738D6}" type="slidenum">
              <a:rPr lang="en-US" smtClean="0"/>
              <a:t>‹Nº›</a:t>
            </a:fld>
            <a:endParaRPr lang="en-US"/>
          </a:p>
        </p:txBody>
      </p:sp>
    </p:spTree>
    <p:extLst>
      <p:ext uri="{BB962C8B-B14F-4D97-AF65-F5344CB8AC3E}">
        <p14:creationId xmlns:p14="http://schemas.microsoft.com/office/powerpoint/2010/main" val="19219024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EB0DA692-C551-3ACF-5625-CEFE488EC13B}"/>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n-US"/>
          </a:p>
        </p:txBody>
      </p:sp>
      <p:sp>
        <p:nvSpPr>
          <p:cNvPr id="3" name="Marcador de posición de imagen 2">
            <a:extLst>
              <a:ext uri="{FF2B5EF4-FFF2-40B4-BE49-F238E27FC236}">
                <a16:creationId xmlns:a16="http://schemas.microsoft.com/office/drawing/2014/main" xmlns="" id="{C1865D7E-1171-E6F9-4A78-BC1B7FCB14C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Marcador de texto 3">
            <a:extLst>
              <a:ext uri="{FF2B5EF4-FFF2-40B4-BE49-F238E27FC236}">
                <a16:creationId xmlns:a16="http://schemas.microsoft.com/office/drawing/2014/main" xmlns="" id="{B247CF7C-4A8C-33F6-ADF3-7805D40A0C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xmlns="" id="{DBB96CCD-FB64-1AC1-E3A4-C53440D9D0E9}"/>
              </a:ext>
            </a:extLst>
          </p:cNvPr>
          <p:cNvSpPr>
            <a:spLocks noGrp="1"/>
          </p:cNvSpPr>
          <p:nvPr>
            <p:ph type="dt" sz="half" idx="10"/>
          </p:nvPr>
        </p:nvSpPr>
        <p:spPr/>
        <p:txBody>
          <a:bodyPr/>
          <a:lstStyle/>
          <a:p>
            <a:fld id="{87A09876-62AC-4B3E-B995-35F1DBFE7EBB}" type="datetimeFigureOut">
              <a:rPr lang="en-US" smtClean="0"/>
              <a:t>6/14/2026</a:t>
            </a:fld>
            <a:endParaRPr lang="en-US"/>
          </a:p>
        </p:txBody>
      </p:sp>
      <p:sp>
        <p:nvSpPr>
          <p:cNvPr id="6" name="Marcador de pie de página 5">
            <a:extLst>
              <a:ext uri="{FF2B5EF4-FFF2-40B4-BE49-F238E27FC236}">
                <a16:creationId xmlns:a16="http://schemas.microsoft.com/office/drawing/2014/main" xmlns="" id="{515C5ABB-C0F4-D3B3-DE51-FB8CEBAA5586}"/>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xmlns="" id="{21B5C441-8A15-1221-64BB-3E6BA2D74AA3}"/>
              </a:ext>
            </a:extLst>
          </p:cNvPr>
          <p:cNvSpPr>
            <a:spLocks noGrp="1"/>
          </p:cNvSpPr>
          <p:nvPr>
            <p:ph type="sldNum" sz="quarter" idx="12"/>
          </p:nvPr>
        </p:nvSpPr>
        <p:spPr/>
        <p:txBody>
          <a:bodyPr/>
          <a:lstStyle/>
          <a:p>
            <a:fld id="{157348AD-A998-4A3D-9C03-778291B738D6}" type="slidenum">
              <a:rPr lang="en-US" smtClean="0"/>
              <a:t>‹Nº›</a:t>
            </a:fld>
            <a:endParaRPr lang="en-US"/>
          </a:p>
        </p:txBody>
      </p:sp>
    </p:spTree>
    <p:extLst>
      <p:ext uri="{BB962C8B-B14F-4D97-AF65-F5344CB8AC3E}">
        <p14:creationId xmlns:p14="http://schemas.microsoft.com/office/powerpoint/2010/main" val="33090255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BBDA917F-8A42-ED75-0D14-1DE74375360E}"/>
              </a:ext>
            </a:extLst>
          </p:cNvPr>
          <p:cNvSpPr>
            <a:spLocks noGrp="1"/>
          </p:cNvSpPr>
          <p:nvPr>
            <p:ph type="title"/>
          </p:nvPr>
        </p:nvSpPr>
        <p:spPr/>
        <p:txBody>
          <a:bodyPr/>
          <a:lstStyle/>
          <a:p>
            <a:r>
              <a:rPr lang="es-MX"/>
              <a:t>Haz clic para modificar el estilo de título del patrón</a:t>
            </a:r>
            <a:endParaRPr lang="en-US"/>
          </a:p>
        </p:txBody>
      </p:sp>
      <p:sp>
        <p:nvSpPr>
          <p:cNvPr id="3" name="Marcador de texto vertical 2">
            <a:extLst>
              <a:ext uri="{FF2B5EF4-FFF2-40B4-BE49-F238E27FC236}">
                <a16:creationId xmlns:a16="http://schemas.microsoft.com/office/drawing/2014/main" xmlns="" id="{6B5D46D3-60FA-71EB-87D8-B6AF14D436C8}"/>
              </a:ext>
            </a:extLst>
          </p:cNvPr>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Marcador de fecha 3">
            <a:extLst>
              <a:ext uri="{FF2B5EF4-FFF2-40B4-BE49-F238E27FC236}">
                <a16:creationId xmlns:a16="http://schemas.microsoft.com/office/drawing/2014/main" xmlns="" id="{DBE5F3A7-93B9-5B33-B99C-2E1D5FB3C172}"/>
              </a:ext>
            </a:extLst>
          </p:cNvPr>
          <p:cNvSpPr>
            <a:spLocks noGrp="1"/>
          </p:cNvSpPr>
          <p:nvPr>
            <p:ph type="dt" sz="half" idx="10"/>
          </p:nvPr>
        </p:nvSpPr>
        <p:spPr/>
        <p:txBody>
          <a:bodyPr/>
          <a:lstStyle/>
          <a:p>
            <a:fld id="{87A09876-62AC-4B3E-B995-35F1DBFE7EBB}" type="datetimeFigureOut">
              <a:rPr lang="en-US" smtClean="0"/>
              <a:t>6/14/2026</a:t>
            </a:fld>
            <a:endParaRPr lang="en-US"/>
          </a:p>
        </p:txBody>
      </p:sp>
      <p:sp>
        <p:nvSpPr>
          <p:cNvPr id="5" name="Marcador de pie de página 4">
            <a:extLst>
              <a:ext uri="{FF2B5EF4-FFF2-40B4-BE49-F238E27FC236}">
                <a16:creationId xmlns:a16="http://schemas.microsoft.com/office/drawing/2014/main" xmlns="" id="{09E310C9-C1DE-F06E-70C3-33CA1DD419CA}"/>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xmlns="" id="{98062832-5E06-DC39-235B-C353E3092160}"/>
              </a:ext>
            </a:extLst>
          </p:cNvPr>
          <p:cNvSpPr>
            <a:spLocks noGrp="1"/>
          </p:cNvSpPr>
          <p:nvPr>
            <p:ph type="sldNum" sz="quarter" idx="12"/>
          </p:nvPr>
        </p:nvSpPr>
        <p:spPr/>
        <p:txBody>
          <a:bodyPr/>
          <a:lstStyle/>
          <a:p>
            <a:fld id="{157348AD-A998-4A3D-9C03-778291B738D6}" type="slidenum">
              <a:rPr lang="en-US" smtClean="0"/>
              <a:t>‹Nº›</a:t>
            </a:fld>
            <a:endParaRPr lang="en-US"/>
          </a:p>
        </p:txBody>
      </p:sp>
    </p:spTree>
    <p:extLst>
      <p:ext uri="{BB962C8B-B14F-4D97-AF65-F5344CB8AC3E}">
        <p14:creationId xmlns:p14="http://schemas.microsoft.com/office/powerpoint/2010/main" val="2723985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xmlns="" id="{CCDE9587-3760-07E5-5F2E-F01E8C253E84}"/>
              </a:ext>
            </a:extLst>
          </p:cNvPr>
          <p:cNvSpPr>
            <a:spLocks noGrp="1"/>
          </p:cNvSpPr>
          <p:nvPr>
            <p:ph type="title" orient="vert"/>
          </p:nvPr>
        </p:nvSpPr>
        <p:spPr>
          <a:xfrm>
            <a:off x="8724900" y="365125"/>
            <a:ext cx="2628900" cy="5811838"/>
          </a:xfrm>
        </p:spPr>
        <p:txBody>
          <a:bodyPr vert="eaVert"/>
          <a:lstStyle/>
          <a:p>
            <a:r>
              <a:rPr lang="es-MX"/>
              <a:t>Haz clic para modificar el estilo de título del patrón</a:t>
            </a:r>
            <a:endParaRPr lang="en-US"/>
          </a:p>
        </p:txBody>
      </p:sp>
      <p:sp>
        <p:nvSpPr>
          <p:cNvPr id="3" name="Marcador de texto vertical 2">
            <a:extLst>
              <a:ext uri="{FF2B5EF4-FFF2-40B4-BE49-F238E27FC236}">
                <a16:creationId xmlns:a16="http://schemas.microsoft.com/office/drawing/2014/main" xmlns="" id="{F83BC921-584E-4656-DBE2-E845A18EF36A}"/>
              </a:ext>
            </a:extLst>
          </p:cNvPr>
          <p:cNvSpPr>
            <a:spLocks noGrp="1"/>
          </p:cNvSpPr>
          <p:nvPr>
            <p:ph type="body" orient="vert" idx="1"/>
          </p:nvPr>
        </p:nvSpPr>
        <p:spPr>
          <a:xfrm>
            <a:off x="838200" y="365125"/>
            <a:ext cx="7734300" cy="5811838"/>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Marcador de fecha 3">
            <a:extLst>
              <a:ext uri="{FF2B5EF4-FFF2-40B4-BE49-F238E27FC236}">
                <a16:creationId xmlns:a16="http://schemas.microsoft.com/office/drawing/2014/main" xmlns="" id="{E865357F-8FC1-262E-7EFC-16C1193B5237}"/>
              </a:ext>
            </a:extLst>
          </p:cNvPr>
          <p:cNvSpPr>
            <a:spLocks noGrp="1"/>
          </p:cNvSpPr>
          <p:nvPr>
            <p:ph type="dt" sz="half" idx="10"/>
          </p:nvPr>
        </p:nvSpPr>
        <p:spPr/>
        <p:txBody>
          <a:bodyPr/>
          <a:lstStyle/>
          <a:p>
            <a:fld id="{87A09876-62AC-4B3E-B995-35F1DBFE7EBB}" type="datetimeFigureOut">
              <a:rPr lang="en-US" smtClean="0"/>
              <a:t>6/14/2026</a:t>
            </a:fld>
            <a:endParaRPr lang="en-US"/>
          </a:p>
        </p:txBody>
      </p:sp>
      <p:sp>
        <p:nvSpPr>
          <p:cNvPr id="5" name="Marcador de pie de página 4">
            <a:extLst>
              <a:ext uri="{FF2B5EF4-FFF2-40B4-BE49-F238E27FC236}">
                <a16:creationId xmlns:a16="http://schemas.microsoft.com/office/drawing/2014/main" xmlns="" id="{9E1921B1-FA5C-BF47-1FDC-606911035554}"/>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xmlns="" id="{C6094725-EE54-29AA-C8A2-36D8AE6820E4}"/>
              </a:ext>
            </a:extLst>
          </p:cNvPr>
          <p:cNvSpPr>
            <a:spLocks noGrp="1"/>
          </p:cNvSpPr>
          <p:nvPr>
            <p:ph type="sldNum" sz="quarter" idx="12"/>
          </p:nvPr>
        </p:nvSpPr>
        <p:spPr/>
        <p:txBody>
          <a:bodyPr/>
          <a:lstStyle/>
          <a:p>
            <a:fld id="{157348AD-A998-4A3D-9C03-778291B738D6}" type="slidenum">
              <a:rPr lang="en-US" smtClean="0"/>
              <a:t>‹Nº›</a:t>
            </a:fld>
            <a:endParaRPr lang="en-US"/>
          </a:p>
        </p:txBody>
      </p:sp>
    </p:spTree>
    <p:extLst>
      <p:ext uri="{BB962C8B-B14F-4D97-AF65-F5344CB8AC3E}">
        <p14:creationId xmlns:p14="http://schemas.microsoft.com/office/powerpoint/2010/main" val="39019227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xmlns="" id="{4C2981F2-5468-4048-53AA-5D3CB2BB636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n-US"/>
          </a:p>
        </p:txBody>
      </p:sp>
      <p:sp>
        <p:nvSpPr>
          <p:cNvPr id="3" name="Marcador de texto 2">
            <a:extLst>
              <a:ext uri="{FF2B5EF4-FFF2-40B4-BE49-F238E27FC236}">
                <a16:creationId xmlns:a16="http://schemas.microsoft.com/office/drawing/2014/main" xmlns="" id="{729534CB-B1FA-9393-6593-CCC109E747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Marcador de fecha 3">
            <a:extLst>
              <a:ext uri="{FF2B5EF4-FFF2-40B4-BE49-F238E27FC236}">
                <a16:creationId xmlns:a16="http://schemas.microsoft.com/office/drawing/2014/main" xmlns="" id="{4DAAECA9-F9C9-FB14-5653-2EBF9EF5431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A09876-62AC-4B3E-B995-35F1DBFE7EBB}" type="datetimeFigureOut">
              <a:rPr lang="en-US" smtClean="0"/>
              <a:t>6/14/2026</a:t>
            </a:fld>
            <a:endParaRPr lang="en-US"/>
          </a:p>
        </p:txBody>
      </p:sp>
      <p:sp>
        <p:nvSpPr>
          <p:cNvPr id="5" name="Marcador de pie de página 4">
            <a:extLst>
              <a:ext uri="{FF2B5EF4-FFF2-40B4-BE49-F238E27FC236}">
                <a16:creationId xmlns:a16="http://schemas.microsoft.com/office/drawing/2014/main" xmlns="" id="{A30EDEEE-B69A-54EA-8A4B-636639A9F76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Marcador de número de diapositiva 5">
            <a:extLst>
              <a:ext uri="{FF2B5EF4-FFF2-40B4-BE49-F238E27FC236}">
                <a16:creationId xmlns:a16="http://schemas.microsoft.com/office/drawing/2014/main" xmlns="" id="{A05DDD59-44B7-8943-454F-1B61B51E134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57348AD-A998-4A3D-9C03-778291B738D6}" type="slidenum">
              <a:rPr lang="en-US" smtClean="0"/>
              <a:t>‹Nº›</a:t>
            </a:fld>
            <a:endParaRPr lang="en-US"/>
          </a:p>
        </p:txBody>
      </p:sp>
    </p:spTree>
    <p:extLst>
      <p:ext uri="{BB962C8B-B14F-4D97-AF65-F5344CB8AC3E}">
        <p14:creationId xmlns:p14="http://schemas.microsoft.com/office/powerpoint/2010/main" val="19457187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ithub.com/elchecho3000-blip/Ciberseguridad-bootcamp/tree/main/An%C3%A1lisis%20Forense" TargetMode="Externa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arcador de contenido 6">
            <a:extLst>
              <a:ext uri="{FF2B5EF4-FFF2-40B4-BE49-F238E27FC236}">
                <a16:creationId xmlns:a16="http://schemas.microsoft.com/office/drawing/2014/main" xmlns="" id="{C92AB771-0ADD-99B2-D56D-9D6632AA92C8}"/>
              </a:ext>
            </a:extLst>
          </p:cNvPr>
          <p:cNvSpPr>
            <a:spLocks noGrp="1"/>
          </p:cNvSpPr>
          <p:nvPr>
            <p:ph idx="1"/>
          </p:nvPr>
        </p:nvSpPr>
        <p:spPr>
          <a:xfrm>
            <a:off x="263236" y="2685039"/>
            <a:ext cx="11707091" cy="4076413"/>
          </a:xfrm>
        </p:spPr>
        <p:txBody>
          <a:bodyPr>
            <a:normAutofit fontScale="92500" lnSpcReduction="10000"/>
          </a:bodyPr>
          <a:lstStyle/>
          <a:p>
            <a:pPr marL="0" indent="0">
              <a:buNone/>
            </a:pPr>
            <a:r>
              <a:rPr lang="es-DO" b="1" dirty="0"/>
              <a:t>Participante: </a:t>
            </a:r>
            <a:r>
              <a:rPr lang="es-DO" dirty="0"/>
              <a:t>Luis Ramón Reyes </a:t>
            </a:r>
            <a:r>
              <a:rPr lang="es-DO" dirty="0" err="1"/>
              <a:t>Volquez</a:t>
            </a:r>
            <a:r>
              <a:rPr lang="es-DO" dirty="0"/>
              <a:t>	</a:t>
            </a:r>
          </a:p>
          <a:p>
            <a:pPr marL="0" indent="0">
              <a:buNone/>
            </a:pPr>
            <a:r>
              <a:rPr lang="es-DO" b="1" dirty="0"/>
              <a:t>Técnico: </a:t>
            </a:r>
            <a:r>
              <a:rPr lang="es-DO" dirty="0"/>
              <a:t>Ciberseguridad</a:t>
            </a:r>
          </a:p>
          <a:p>
            <a:pPr marL="0" indent="0">
              <a:buNone/>
            </a:pPr>
            <a:r>
              <a:rPr lang="es-DO" b="1" dirty="0"/>
              <a:t>Módulo: </a:t>
            </a:r>
            <a:r>
              <a:rPr lang="es-DO" dirty="0" smtClean="0"/>
              <a:t>Análisis Forense</a:t>
            </a:r>
            <a:endParaRPr lang="es-DO" dirty="0"/>
          </a:p>
          <a:p>
            <a:pPr marL="0" indent="0">
              <a:buNone/>
            </a:pPr>
            <a:r>
              <a:rPr lang="es-DO" b="1" dirty="0"/>
              <a:t>Facilitador: </a:t>
            </a:r>
            <a:r>
              <a:rPr lang="es-DO" dirty="0"/>
              <a:t>Kevin Feliz </a:t>
            </a:r>
            <a:r>
              <a:rPr lang="es-DO" dirty="0" smtClean="0"/>
              <a:t>Henríquez</a:t>
            </a:r>
            <a:endParaRPr lang="es-DO" dirty="0"/>
          </a:p>
          <a:p>
            <a:pPr marL="0" indent="0">
              <a:buNone/>
            </a:pPr>
            <a:r>
              <a:rPr lang="es-DO" b="1" dirty="0"/>
              <a:t>Centro: </a:t>
            </a:r>
            <a:r>
              <a:rPr lang="es-DO" dirty="0" err="1"/>
              <a:t>Cyberclass</a:t>
            </a:r>
            <a:r>
              <a:rPr lang="es-DO" dirty="0"/>
              <a:t> - INFOTEP</a:t>
            </a:r>
          </a:p>
          <a:p>
            <a:pPr marL="0" indent="0">
              <a:buNone/>
            </a:pPr>
            <a:r>
              <a:rPr lang="es-DO" b="1" dirty="0"/>
              <a:t>Práctica: </a:t>
            </a:r>
            <a:r>
              <a:rPr lang="es-DO" dirty="0"/>
              <a:t>Fundamentos de </a:t>
            </a:r>
            <a:r>
              <a:rPr lang="es-DO" dirty="0" smtClean="0"/>
              <a:t>Informática Forense </a:t>
            </a:r>
          </a:p>
          <a:p>
            <a:pPr marL="0" indent="0">
              <a:buNone/>
            </a:pPr>
            <a:r>
              <a:rPr lang="es-DO" b="1" dirty="0" smtClean="0"/>
              <a:t>Descripción</a:t>
            </a:r>
            <a:r>
              <a:rPr lang="es-DO" b="1" dirty="0"/>
              <a:t>: </a:t>
            </a:r>
            <a:r>
              <a:rPr lang="es-DO" dirty="0" smtClean="0"/>
              <a:t>Investigación acerca de la informática forense a nivel global.</a:t>
            </a:r>
            <a:endParaRPr lang="es-DO" dirty="0"/>
          </a:p>
          <a:p>
            <a:pPr marL="0" indent="0">
              <a:buNone/>
            </a:pPr>
            <a:r>
              <a:rPr lang="es-DO" b="1" dirty="0"/>
              <a:t>Link de GitHub: </a:t>
            </a:r>
            <a:r>
              <a:rPr lang="es-DO" dirty="0" smtClean="0">
                <a:hlinkClick r:id="rId2"/>
              </a:rPr>
              <a:t>https://github.com/elchecho3000-blip/Ciberseguridad-bootcamp/tree/main/An%C3%A1lisis%20Forense</a:t>
            </a:r>
            <a:endParaRPr lang="en-US" dirty="0"/>
          </a:p>
        </p:txBody>
      </p:sp>
      <p:pic>
        <p:nvPicPr>
          <p:cNvPr id="9" name="Imagen 8">
            <a:extLst>
              <a:ext uri="{FF2B5EF4-FFF2-40B4-BE49-F238E27FC236}">
                <a16:creationId xmlns:a16="http://schemas.microsoft.com/office/drawing/2014/main" xmlns="" id="{FA5D422F-3A50-7316-164A-9988FFF19F28}"/>
              </a:ext>
            </a:extLst>
          </p:cNvPr>
          <p:cNvPicPr>
            <a:picLocks noChangeAspect="1"/>
          </p:cNvPicPr>
          <p:nvPr/>
        </p:nvPicPr>
        <p:blipFill>
          <a:blip r:embed="rId3"/>
          <a:stretch>
            <a:fillRect/>
          </a:stretch>
        </p:blipFill>
        <p:spPr>
          <a:xfrm>
            <a:off x="6116781" y="1027144"/>
            <a:ext cx="4505954" cy="1228896"/>
          </a:xfrm>
          <a:prstGeom prst="rect">
            <a:avLst/>
          </a:prstGeom>
        </p:spPr>
      </p:pic>
      <p:pic>
        <p:nvPicPr>
          <p:cNvPr id="1028" name="Picture 4">
            <a:extLst>
              <a:ext uri="{FF2B5EF4-FFF2-40B4-BE49-F238E27FC236}">
                <a16:creationId xmlns:a16="http://schemas.microsoft.com/office/drawing/2014/main" xmlns="" id="{EA604EA8-DA9D-BB26-AE97-B776E9D4B6B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6399" y="65290"/>
            <a:ext cx="4162425" cy="2190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44617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838199" y="2393662"/>
            <a:ext cx="10515600" cy="4351338"/>
          </a:xfrm>
        </p:spPr>
        <p:txBody>
          <a:bodyPr/>
          <a:lstStyle/>
          <a:p>
            <a:r>
              <a:rPr lang="es-ES" dirty="0"/>
              <a:t>La </a:t>
            </a:r>
            <a:r>
              <a:rPr lang="es-ES" b="1" dirty="0"/>
              <a:t>informática forense</a:t>
            </a:r>
            <a:r>
              <a:rPr lang="es-ES" dirty="0"/>
              <a:t> es una disciplina científica y técnica que se encarga de identificar, preservar, analizar y presentar datos digitales de manera que sean válidos como prueba en un proceso legal o de investigación</a:t>
            </a:r>
            <a:r>
              <a:rPr lang="es-ES" dirty="0" smtClean="0"/>
              <a:t>.</a:t>
            </a:r>
          </a:p>
          <a:p>
            <a:pPr marL="0" indent="0">
              <a:buNone/>
            </a:pPr>
            <a:endParaRPr lang="es-ES" dirty="0"/>
          </a:p>
          <a:p>
            <a:r>
              <a:rPr lang="es-ES" dirty="0"/>
              <a:t>En pocas palabras: son los "detectives" del mundo digital. Cuando ocurre un </a:t>
            </a:r>
            <a:r>
              <a:rPr lang="es-ES" dirty="0" err="1"/>
              <a:t>ciberdelito</a:t>
            </a:r>
            <a:r>
              <a:rPr lang="es-ES" dirty="0"/>
              <a:t>, un </a:t>
            </a:r>
            <a:r>
              <a:rPr lang="es-ES" dirty="0" err="1"/>
              <a:t>hackeo</a:t>
            </a:r>
            <a:r>
              <a:rPr lang="es-ES" dirty="0"/>
              <a:t> o un fraude, los expertos en esta área entran en acción.</a:t>
            </a:r>
          </a:p>
          <a:p>
            <a:endParaRPr lang="es-DO" dirty="0"/>
          </a:p>
        </p:txBody>
      </p:sp>
      <p:sp>
        <p:nvSpPr>
          <p:cNvPr id="4" name="Título 3"/>
          <p:cNvSpPr>
            <a:spLocks noGrp="1"/>
          </p:cNvSpPr>
          <p:nvPr>
            <p:ph type="title"/>
          </p:nvPr>
        </p:nvSpPr>
        <p:spPr>
          <a:xfrm>
            <a:off x="1984662" y="1307234"/>
            <a:ext cx="8222673" cy="590839"/>
          </a:xfrm>
        </p:spPr>
        <p:txBody>
          <a:bodyPr>
            <a:normAutofit fontScale="90000"/>
          </a:bodyPr>
          <a:lstStyle/>
          <a:p>
            <a:r>
              <a:rPr lang="es-DO" dirty="0" smtClean="0"/>
              <a:t>Concepto de la Informática </a:t>
            </a:r>
            <a:r>
              <a:rPr lang="es-DO" dirty="0"/>
              <a:t>Forense </a:t>
            </a:r>
            <a:br>
              <a:rPr lang="es-DO" dirty="0"/>
            </a:br>
            <a:endParaRPr lang="es-DO" dirty="0"/>
          </a:p>
        </p:txBody>
      </p:sp>
    </p:spTree>
    <p:extLst>
      <p:ext uri="{BB962C8B-B14F-4D97-AF65-F5344CB8AC3E}">
        <p14:creationId xmlns:p14="http://schemas.microsoft.com/office/powerpoint/2010/main" val="17774513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865909" y="457200"/>
            <a:ext cx="10515600" cy="5403273"/>
          </a:xfrm>
        </p:spPr>
        <p:txBody>
          <a:bodyPr>
            <a:normAutofit/>
          </a:bodyPr>
          <a:lstStyle/>
          <a:p>
            <a:endParaRPr lang="es-ES" b="1" dirty="0" smtClean="0"/>
          </a:p>
          <a:p>
            <a:pPr marL="0" indent="0">
              <a:buNone/>
            </a:pPr>
            <a:endParaRPr lang="es-ES" b="1" dirty="0" smtClean="0"/>
          </a:p>
          <a:p>
            <a:pPr marL="0" indent="0" algn="ctr">
              <a:buNone/>
            </a:pPr>
            <a:r>
              <a:rPr lang="es-ES" b="1" dirty="0" smtClean="0"/>
              <a:t>¿</a:t>
            </a:r>
            <a:r>
              <a:rPr lang="es-ES" b="1" dirty="0"/>
              <a:t>Cuáles son las fases de la informática forense</a:t>
            </a:r>
            <a:r>
              <a:rPr lang="es-ES" b="1" dirty="0" smtClean="0"/>
              <a:t>?</a:t>
            </a:r>
          </a:p>
          <a:p>
            <a:pPr marL="0" indent="0">
              <a:buNone/>
            </a:pPr>
            <a:endParaRPr lang="es-ES" b="1" dirty="0"/>
          </a:p>
          <a:p>
            <a:pPr marL="0" indent="0">
              <a:buNone/>
            </a:pPr>
            <a:r>
              <a:rPr lang="es-ES" dirty="0" smtClean="0"/>
              <a:t>Para </a:t>
            </a:r>
            <a:r>
              <a:rPr lang="es-ES" dirty="0"/>
              <a:t>que las pruebas encontradas en un teléfono, computadora o </a:t>
            </a:r>
            <a:r>
              <a:rPr lang="es-ES" dirty="0" smtClean="0"/>
              <a:t>          servidor </a:t>
            </a:r>
            <a:r>
              <a:rPr lang="es-ES" dirty="0"/>
              <a:t>sean válidas ante un juez, los investigadores deben seguir un proceso estrictamente estructurado</a:t>
            </a:r>
            <a:r>
              <a:rPr lang="es-ES" dirty="0" smtClean="0"/>
              <a:t>:</a:t>
            </a:r>
          </a:p>
          <a:p>
            <a:endParaRPr lang="es-ES" dirty="0"/>
          </a:p>
          <a:p>
            <a:r>
              <a:rPr lang="es-ES" b="1" dirty="0"/>
              <a:t>Identificación:</a:t>
            </a:r>
            <a:r>
              <a:rPr lang="es-ES" dirty="0"/>
              <a:t> Se determina qué dispositivos están involucrados en el caso (discos duros, celulares, memorias USB, la nube) y qué datos podrían ser relevantes</a:t>
            </a:r>
            <a:r>
              <a:rPr lang="es-ES" dirty="0" smtClean="0"/>
              <a:t>.</a:t>
            </a:r>
            <a:endParaRPr lang="es-ES" dirty="0"/>
          </a:p>
          <a:p>
            <a:pPr marL="0" indent="0">
              <a:buNone/>
            </a:pPr>
            <a:endParaRPr lang="es-DO" dirty="0"/>
          </a:p>
        </p:txBody>
      </p:sp>
    </p:spTree>
    <p:extLst>
      <p:ext uri="{BB962C8B-B14F-4D97-AF65-F5344CB8AC3E}">
        <p14:creationId xmlns:p14="http://schemas.microsoft.com/office/powerpoint/2010/main" val="28750850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921327" y="678872"/>
            <a:ext cx="10515600" cy="5886018"/>
          </a:xfrm>
        </p:spPr>
        <p:txBody>
          <a:bodyPr/>
          <a:lstStyle/>
          <a:p>
            <a:r>
              <a:rPr lang="es-ES" b="1" dirty="0"/>
              <a:t>Preservación:</a:t>
            </a:r>
            <a:r>
              <a:rPr lang="es-ES" dirty="0"/>
              <a:t> Es el paso más crítico. Se realiza una copia exacta byte por byte del dispositivo original (llamada </a:t>
            </a:r>
            <a:r>
              <a:rPr lang="es-ES" b="1" dirty="0"/>
              <a:t>imagen forense</a:t>
            </a:r>
            <a:r>
              <a:rPr lang="es-ES" dirty="0"/>
              <a:t>) para trabajar sobre ella. Esto asegura que la evidencia original no se altere ni se destruya. Aquí se utiliza la </a:t>
            </a:r>
            <a:r>
              <a:rPr lang="es-ES" i="1" dirty="0"/>
              <a:t>cadena de custodia</a:t>
            </a:r>
            <a:r>
              <a:rPr lang="es-ES" dirty="0" smtClean="0"/>
              <a:t>.</a:t>
            </a:r>
          </a:p>
          <a:p>
            <a:pPr marL="0" indent="0">
              <a:buNone/>
            </a:pPr>
            <a:endParaRPr lang="es-ES" dirty="0"/>
          </a:p>
          <a:p>
            <a:r>
              <a:rPr lang="es-ES" b="1" dirty="0" smtClean="0"/>
              <a:t>Análisis</a:t>
            </a:r>
            <a:r>
              <a:rPr lang="es-ES" b="1" dirty="0"/>
              <a:t>:</a:t>
            </a:r>
            <a:r>
              <a:rPr lang="es-ES" dirty="0"/>
              <a:t> Los expertos usan software especializado para recuperar archivos borrados, revisar el historial de navegación, descifrar mensajes ocultos y reconstruir la línea de tiempo de lo que sucedió</a:t>
            </a:r>
            <a:r>
              <a:rPr lang="es-ES" dirty="0" smtClean="0"/>
              <a:t>.</a:t>
            </a:r>
          </a:p>
          <a:p>
            <a:pPr marL="0" indent="0">
              <a:buNone/>
            </a:pPr>
            <a:endParaRPr lang="es-ES" dirty="0"/>
          </a:p>
          <a:p>
            <a:r>
              <a:rPr lang="es-ES" b="1" dirty="0"/>
              <a:t>Presentación:</a:t>
            </a:r>
            <a:r>
              <a:rPr lang="es-ES" dirty="0"/>
              <a:t> Se redacta un informe técnico detallado pero comprensible para personas que no son expertas en tecnología (como jueces o abogados), explicando los hallazgos y cómo se obtuvieron.</a:t>
            </a:r>
          </a:p>
          <a:p>
            <a:endParaRPr lang="es-DO" dirty="0"/>
          </a:p>
        </p:txBody>
      </p:sp>
    </p:spTree>
    <p:extLst>
      <p:ext uri="{BB962C8B-B14F-4D97-AF65-F5344CB8AC3E}">
        <p14:creationId xmlns:p14="http://schemas.microsoft.com/office/powerpoint/2010/main" val="4984536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768928" y="498765"/>
            <a:ext cx="10515600" cy="6190818"/>
          </a:xfrm>
        </p:spPr>
        <p:txBody>
          <a:bodyPr>
            <a:normAutofit lnSpcReduction="10000"/>
          </a:bodyPr>
          <a:lstStyle/>
          <a:p>
            <a:pPr marL="0" indent="0" algn="ctr">
              <a:buNone/>
            </a:pPr>
            <a:r>
              <a:rPr lang="es-ES" b="1" dirty="0"/>
              <a:t>¿Qué se puede descubrir con ella</a:t>
            </a:r>
            <a:r>
              <a:rPr lang="es-ES" b="1" dirty="0" smtClean="0"/>
              <a:t>?</a:t>
            </a:r>
          </a:p>
          <a:p>
            <a:pPr marL="0" indent="0" algn="ctr">
              <a:buNone/>
            </a:pPr>
            <a:endParaRPr lang="es-ES" b="1" dirty="0"/>
          </a:p>
          <a:p>
            <a:pPr marL="0" indent="0">
              <a:buNone/>
            </a:pPr>
            <a:r>
              <a:rPr lang="es-ES" dirty="0" smtClean="0"/>
              <a:t>Los </a:t>
            </a:r>
            <a:r>
              <a:rPr lang="es-ES" dirty="0"/>
              <a:t>alcances de esta disciplina son asombrosos. Un informático </a:t>
            </a:r>
            <a:r>
              <a:rPr lang="es-ES" dirty="0" smtClean="0"/>
              <a:t>     forense </a:t>
            </a:r>
            <a:r>
              <a:rPr lang="es-ES" dirty="0"/>
              <a:t>puede averiguar</a:t>
            </a:r>
            <a:r>
              <a:rPr lang="es-ES" dirty="0" smtClean="0"/>
              <a:t>:</a:t>
            </a:r>
          </a:p>
          <a:p>
            <a:pPr marL="0" indent="0">
              <a:buNone/>
            </a:pPr>
            <a:endParaRPr lang="es-ES" dirty="0"/>
          </a:p>
          <a:p>
            <a:r>
              <a:rPr lang="es-ES" b="1" dirty="0"/>
              <a:t>Archivos eliminados:</a:t>
            </a:r>
            <a:r>
              <a:rPr lang="es-ES" dirty="0"/>
              <a:t> Aunque vacíes la papelera de reciclaje, los datos suelen quedarse en el disco duro hasta que se sobrescriben.</a:t>
            </a:r>
          </a:p>
          <a:p>
            <a:r>
              <a:rPr lang="es-ES" b="1" dirty="0"/>
              <a:t>Actividad en la red:</a:t>
            </a:r>
            <a:r>
              <a:rPr lang="es-ES" dirty="0"/>
              <a:t> Qué páginas web se visitaron, a qué hora y desde qué dirección IP.</a:t>
            </a:r>
          </a:p>
          <a:p>
            <a:r>
              <a:rPr lang="es-ES" b="1" dirty="0"/>
              <a:t>Metadatos:</a:t>
            </a:r>
            <a:r>
              <a:rPr lang="es-ES" dirty="0"/>
              <a:t> Información oculta en las fotos o documentos que indica exactamente cuándo se crearon, con qué dispositivo e incluso las coordenadas GPS de dónde se tomaron.</a:t>
            </a:r>
          </a:p>
          <a:p>
            <a:r>
              <a:rPr lang="es-ES" b="1" dirty="0"/>
              <a:t>Suplantación de identidad:</a:t>
            </a:r>
            <a:r>
              <a:rPr lang="es-ES" dirty="0"/>
              <a:t> Rastrear el origen real de un correo electrónico o un mensaje acosador.</a:t>
            </a:r>
          </a:p>
          <a:p>
            <a:endParaRPr lang="es-DO" dirty="0"/>
          </a:p>
        </p:txBody>
      </p:sp>
    </p:spTree>
    <p:extLst>
      <p:ext uri="{BB962C8B-B14F-4D97-AF65-F5344CB8AC3E}">
        <p14:creationId xmlns:p14="http://schemas.microsoft.com/office/powerpoint/2010/main" val="3439964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a:spLocks noGrp="1" noChangeArrowheads="1"/>
          </p:cNvSpPr>
          <p:nvPr>
            <p:ph idx="1"/>
          </p:nvPr>
        </p:nvSpPr>
        <p:spPr bwMode="auto">
          <a:xfrm>
            <a:off x="838201" y="1070900"/>
            <a:ext cx="10515599"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DO" b="1" i="0" u="none" strike="noStrike" cap="none" normalizeH="0" baseline="0" dirty="0" smtClean="0">
                <a:ln>
                  <a:noFill/>
                </a:ln>
                <a:solidFill>
                  <a:schemeClr val="tx1"/>
                </a:solidFill>
                <a:effectLst/>
              </a:rPr>
              <a:t>El Concepto de Integridad: El Hash</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DO" b="1"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DO" b="1"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DO" b="0" i="0" u="none" strike="noStrike" cap="none" normalizeH="0" baseline="0" dirty="0" smtClean="0">
                <a:ln>
                  <a:noFill/>
                </a:ln>
                <a:solidFill>
                  <a:schemeClr val="tx1"/>
                </a:solidFill>
                <a:effectLst/>
              </a:rPr>
              <a:t>Para que un análisis sea válido ante un tribunal, se debe demostrar que la copia digital no sufrió modificaciones. Esto se logra mediante algoritmos de hash como </a:t>
            </a:r>
            <a:r>
              <a:rPr kumimoji="0" lang="es-DO" b="1" i="0" u="none" strike="noStrike" cap="none" normalizeH="0" baseline="0" dirty="0" smtClean="0">
                <a:ln>
                  <a:noFill/>
                </a:ln>
                <a:solidFill>
                  <a:schemeClr val="tx1"/>
                </a:solidFill>
                <a:effectLst/>
              </a:rPr>
              <a:t>SHA-256</a:t>
            </a:r>
            <a:r>
              <a:rPr kumimoji="0" lang="es-DO" b="0" i="0" u="none" strike="noStrike" cap="none" normalizeH="0" baseline="0" dirty="0" smtClean="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DO"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DO" b="1" i="0" u="none" strike="noStrike" cap="none" normalizeH="0" baseline="0" dirty="0" smtClean="0">
                <a:ln>
                  <a:noFill/>
                </a:ln>
                <a:solidFill>
                  <a:schemeClr val="tx1"/>
                </a:solidFill>
                <a:effectLst/>
              </a:rPr>
              <a:t>¿Cómo funciona?</a:t>
            </a:r>
            <a:r>
              <a:rPr kumimoji="0" lang="es-DO" b="0" i="0" u="none" strike="noStrike" cap="none" normalizeH="0" baseline="0" dirty="0" smtClean="0">
                <a:ln>
                  <a:noFill/>
                </a:ln>
                <a:solidFill>
                  <a:schemeClr val="tx1"/>
                </a:solidFill>
                <a:effectLst/>
              </a:rPr>
              <a:t> Si cambias una sola letra o un solo bit en un archivo de un terabyte, el código hash resultante cambia por completo. Si el hash del disco original coincide con el hash de la copia al final de la investigación, se demuestra que la evidencia es íntegra.</a:t>
            </a:r>
          </a:p>
        </p:txBody>
      </p:sp>
    </p:spTree>
    <p:extLst>
      <p:ext uri="{BB962C8B-B14F-4D97-AF65-F5344CB8AC3E}">
        <p14:creationId xmlns:p14="http://schemas.microsoft.com/office/powerpoint/2010/main" val="31009668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838200" y="374073"/>
            <a:ext cx="10515600" cy="6317672"/>
          </a:xfrm>
        </p:spPr>
        <p:txBody>
          <a:bodyPr>
            <a:normAutofit fontScale="92500" lnSpcReduction="10000"/>
          </a:bodyPr>
          <a:lstStyle/>
          <a:p>
            <a:pPr marL="0" indent="0" algn="ctr">
              <a:buNone/>
            </a:pPr>
            <a:r>
              <a:rPr lang="es-ES" sz="3000" b="1" dirty="0"/>
              <a:t> </a:t>
            </a:r>
            <a:r>
              <a:rPr lang="es-ES" sz="3000" b="1" dirty="0" smtClean="0"/>
              <a:t>Tipos </a:t>
            </a:r>
            <a:r>
              <a:rPr lang="es-ES" sz="3000" b="1" dirty="0"/>
              <a:t>de Análisis </a:t>
            </a:r>
            <a:r>
              <a:rPr lang="es-ES" sz="3000" b="1" dirty="0" smtClean="0"/>
              <a:t>Forense</a:t>
            </a:r>
          </a:p>
          <a:p>
            <a:pPr marL="0" indent="0" algn="ctr">
              <a:buNone/>
            </a:pPr>
            <a:endParaRPr lang="es-ES" sz="3000" b="1" dirty="0"/>
          </a:p>
          <a:p>
            <a:pPr marL="0" indent="0">
              <a:buNone/>
            </a:pPr>
            <a:r>
              <a:rPr lang="es-ES" sz="3000" dirty="0"/>
              <a:t>Dependiendo de dónde se encuentre la evidencia, la investigación se divide en varias ramas</a:t>
            </a:r>
            <a:r>
              <a:rPr lang="es-ES" sz="3000" dirty="0" smtClean="0"/>
              <a:t>:</a:t>
            </a:r>
          </a:p>
          <a:p>
            <a:pPr marL="0" indent="0">
              <a:buNone/>
            </a:pPr>
            <a:endParaRPr lang="es-ES" sz="3000" dirty="0"/>
          </a:p>
          <a:p>
            <a:r>
              <a:rPr lang="es-ES" sz="3000" b="1" dirty="0"/>
              <a:t>Forense de Sistemas de Archivos (</a:t>
            </a:r>
            <a:r>
              <a:rPr lang="es-ES" sz="3000" b="1" dirty="0" err="1"/>
              <a:t>Dead</a:t>
            </a:r>
            <a:r>
              <a:rPr lang="es-ES" sz="3000" b="1" dirty="0"/>
              <a:t> </a:t>
            </a:r>
            <a:r>
              <a:rPr lang="es-ES" sz="3000" b="1" dirty="0" err="1"/>
              <a:t>Forensics</a:t>
            </a:r>
            <a:r>
              <a:rPr lang="es-ES" sz="3000" b="1" dirty="0"/>
              <a:t>):</a:t>
            </a:r>
            <a:r>
              <a:rPr lang="es-ES" sz="3000" dirty="0"/>
              <a:t> Se realiza sobre dispositivos de almacenamiento apagados (discos duros, memorias USB). Busca recuperar archivos eliminados, analizar fragmentos de datos sueltos (</a:t>
            </a:r>
            <a:r>
              <a:rPr lang="es-ES" sz="3000" i="1" dirty="0" err="1"/>
              <a:t>slack</a:t>
            </a:r>
            <a:r>
              <a:rPr lang="es-ES" sz="3000" i="1" dirty="0"/>
              <a:t> </a:t>
            </a:r>
            <a:r>
              <a:rPr lang="es-ES" sz="3000" i="1" dirty="0" err="1"/>
              <a:t>space</a:t>
            </a:r>
            <a:r>
              <a:rPr lang="es-ES" sz="3000" dirty="0"/>
              <a:t>) y revisar los metadatos de los archivos.</a:t>
            </a:r>
          </a:p>
          <a:p>
            <a:r>
              <a:rPr lang="es-ES" sz="3000" b="1" dirty="0"/>
              <a:t>Forense en Vivo (Live </a:t>
            </a:r>
            <a:r>
              <a:rPr lang="es-ES" sz="3000" b="1" dirty="0" err="1"/>
              <a:t>Forensics</a:t>
            </a:r>
            <a:r>
              <a:rPr lang="es-ES" sz="3000" b="1" dirty="0"/>
              <a:t>):</a:t>
            </a:r>
            <a:r>
              <a:rPr lang="es-ES" sz="3000" dirty="0"/>
              <a:t> Se realiza con el sistema encendido. Es crucial para recolectar información volátil que se perdería al apagar el equipo, como la memoria RAM, las conexiones de red activas y los procesos que se están ejecutando en ese instante.</a:t>
            </a:r>
          </a:p>
          <a:p>
            <a:r>
              <a:rPr lang="es-ES" sz="3000" b="1" dirty="0"/>
              <a:t>Forense de Redes:</a:t>
            </a:r>
            <a:r>
              <a:rPr lang="es-ES" sz="3000" dirty="0"/>
              <a:t> Analiza el tráfico de datos (paquetes de red, registros de </a:t>
            </a:r>
            <a:r>
              <a:rPr lang="es-ES" sz="3000" dirty="0" err="1"/>
              <a:t>routers</a:t>
            </a:r>
            <a:r>
              <a:rPr lang="es-ES" sz="3000" dirty="0"/>
              <a:t> y firewalls) para identificar intrusiones, fugas de información o ataques externos.</a:t>
            </a:r>
          </a:p>
          <a:p>
            <a:endParaRPr lang="es-DO" dirty="0"/>
          </a:p>
        </p:txBody>
      </p:sp>
    </p:spTree>
    <p:extLst>
      <p:ext uri="{BB962C8B-B14F-4D97-AF65-F5344CB8AC3E}">
        <p14:creationId xmlns:p14="http://schemas.microsoft.com/office/powerpoint/2010/main" val="19157517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838200" y="429491"/>
            <a:ext cx="10515600" cy="5747472"/>
          </a:xfrm>
        </p:spPr>
        <p:txBody>
          <a:bodyPr>
            <a:normAutofit/>
          </a:bodyPr>
          <a:lstStyle/>
          <a:p>
            <a:pPr marL="0" indent="0" algn="ctr">
              <a:buNone/>
            </a:pPr>
            <a:r>
              <a:rPr lang="es-ES" b="1" dirty="0"/>
              <a:t>Salida laboral y </a:t>
            </a:r>
            <a:r>
              <a:rPr lang="es-ES" b="1" dirty="0" smtClean="0"/>
              <a:t>aplicaciones</a:t>
            </a:r>
          </a:p>
          <a:p>
            <a:pPr marL="0" indent="0">
              <a:buNone/>
            </a:pPr>
            <a:endParaRPr lang="es-ES" b="1" dirty="0"/>
          </a:p>
          <a:p>
            <a:pPr marL="0" indent="0">
              <a:buNone/>
            </a:pPr>
            <a:r>
              <a:rPr lang="es-ES" dirty="0"/>
              <a:t>Esta carrera ha tenido un crecimiento enorme en los últimos años. Un especialista en informática forense puede trabajar en</a:t>
            </a:r>
            <a:r>
              <a:rPr lang="es-ES" dirty="0" smtClean="0"/>
              <a:t>:</a:t>
            </a:r>
          </a:p>
          <a:p>
            <a:pPr marL="0" indent="0">
              <a:buNone/>
            </a:pPr>
            <a:endParaRPr lang="es-ES" dirty="0"/>
          </a:p>
          <a:p>
            <a:r>
              <a:rPr lang="es-ES" b="1" dirty="0"/>
              <a:t>Cuerpos policiales y agencias de inteligencia:</a:t>
            </a:r>
            <a:r>
              <a:rPr lang="es-ES" dirty="0"/>
              <a:t> Investigando crímenes, </a:t>
            </a:r>
            <a:r>
              <a:rPr lang="es-ES" dirty="0" err="1"/>
              <a:t>ciberterrorismo</a:t>
            </a:r>
            <a:r>
              <a:rPr lang="es-ES" dirty="0"/>
              <a:t> o fraudes</a:t>
            </a:r>
            <a:r>
              <a:rPr lang="es-ES" dirty="0" smtClean="0"/>
              <a:t>.</a:t>
            </a:r>
            <a:endParaRPr lang="es-ES" dirty="0"/>
          </a:p>
          <a:p>
            <a:r>
              <a:rPr lang="es-ES" b="1" dirty="0"/>
              <a:t>Empresas privadas:</a:t>
            </a:r>
            <a:r>
              <a:rPr lang="es-ES" dirty="0"/>
              <a:t> Ayudando a resolver incidentes de seguridad internos (como el robo de información confidencial por parte de un empleado</a:t>
            </a:r>
            <a:r>
              <a:rPr lang="es-ES" dirty="0" smtClean="0"/>
              <a:t>).</a:t>
            </a:r>
            <a:endParaRPr lang="es-ES" dirty="0"/>
          </a:p>
          <a:p>
            <a:r>
              <a:rPr lang="es-ES" b="1" dirty="0"/>
              <a:t>Consultoría independiente:</a:t>
            </a:r>
            <a:r>
              <a:rPr lang="es-ES" dirty="0"/>
              <a:t> Actuando como perito judicial en juicios civiles o penales.</a:t>
            </a:r>
          </a:p>
          <a:p>
            <a:endParaRPr lang="es-DO" dirty="0"/>
          </a:p>
        </p:txBody>
      </p:sp>
    </p:spTree>
    <p:extLst>
      <p:ext uri="{BB962C8B-B14F-4D97-AF65-F5344CB8AC3E}">
        <p14:creationId xmlns:p14="http://schemas.microsoft.com/office/powerpoint/2010/main" val="24174328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1" y="434399"/>
            <a:ext cx="10515600" cy="480002"/>
          </a:xfrm>
        </p:spPr>
        <p:txBody>
          <a:bodyPr>
            <a:normAutofit fontScale="90000"/>
          </a:bodyPr>
          <a:lstStyle/>
          <a:p>
            <a:pPr algn="ctr"/>
            <a:r>
              <a:rPr lang="es-DO" dirty="0" smtClean="0"/>
              <a:t>Herramientas mas utilizadas</a:t>
            </a:r>
            <a:endParaRPr lang="es-DO" dirty="0"/>
          </a:p>
        </p:txBody>
      </p:sp>
      <p:sp>
        <p:nvSpPr>
          <p:cNvPr id="4" name="Rectangle 1"/>
          <p:cNvSpPr>
            <a:spLocks noGrp="1" noChangeArrowheads="1"/>
          </p:cNvSpPr>
          <p:nvPr>
            <p:ph idx="1"/>
          </p:nvPr>
        </p:nvSpPr>
        <p:spPr bwMode="auto">
          <a:xfrm>
            <a:off x="838201" y="1369806"/>
            <a:ext cx="1051560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DO" sz="2400" b="1" i="0" u="none" strike="noStrike" cap="none" normalizeH="0" baseline="0" dirty="0" smtClean="0">
                <a:ln>
                  <a:noFill/>
                </a:ln>
                <a:solidFill>
                  <a:schemeClr val="tx1"/>
                </a:solidFill>
                <a:effectLst/>
              </a:rPr>
              <a:t>1. </a:t>
            </a:r>
            <a:r>
              <a:rPr kumimoji="0" lang="es-DO" sz="2400" b="1" i="0" u="none" strike="noStrike" cap="none" normalizeH="0" baseline="0" dirty="0" err="1" smtClean="0">
                <a:ln>
                  <a:noFill/>
                </a:ln>
                <a:solidFill>
                  <a:schemeClr val="tx1"/>
                </a:solidFill>
                <a:effectLst/>
              </a:rPr>
              <a:t>Autopsy</a:t>
            </a:r>
            <a:r>
              <a:rPr kumimoji="0" lang="es-DO" sz="2400" b="1" i="0" u="none" strike="noStrike" cap="none" normalizeH="0" baseline="0" dirty="0" smtClean="0">
                <a:ln>
                  <a:noFill/>
                </a:ln>
                <a:solidFill>
                  <a:schemeClr val="tx1"/>
                </a:solidFill>
                <a:effectLst/>
              </a:rPr>
              <a:t>:</a:t>
            </a:r>
            <a:r>
              <a:rPr kumimoji="0" lang="es-DO" sz="2400" b="0" i="0" u="none" strike="noStrike" cap="none" normalizeH="0" baseline="0" dirty="0" smtClean="0">
                <a:ln>
                  <a:noFill/>
                </a:ln>
                <a:solidFill>
                  <a:schemeClr val="tx1"/>
                </a:solidFill>
                <a:effectLst/>
              </a:rPr>
              <a:t> Plataforma de código abierto para analizar discos duros y teléfonos, recuperar archivos borrados y revisar el historial web.</a:t>
            </a:r>
          </a:p>
          <a:p>
            <a:pPr marL="0" marR="0" lvl="0" indent="0" algn="l" defTabSz="914400" rtl="0" eaLnBrk="0" fontAlgn="base" latinLnBrk="0" hangingPunct="0">
              <a:lnSpc>
                <a:spcPct val="100000"/>
              </a:lnSpc>
              <a:spcBef>
                <a:spcPct val="0"/>
              </a:spcBef>
              <a:spcAft>
                <a:spcPct val="0"/>
              </a:spcAft>
              <a:buClrTx/>
              <a:buSzTx/>
              <a:buNone/>
              <a:tabLst/>
            </a:pPr>
            <a:endParaRPr kumimoji="0" lang="es-DO" sz="24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DO" sz="2400" b="1" i="0" u="none" strike="noStrike" cap="none" normalizeH="0" baseline="0" dirty="0" smtClean="0">
                <a:ln>
                  <a:noFill/>
                </a:ln>
                <a:solidFill>
                  <a:schemeClr val="tx1"/>
                </a:solidFill>
                <a:effectLst/>
              </a:rPr>
              <a:t>2. FTK </a:t>
            </a:r>
            <a:r>
              <a:rPr kumimoji="0" lang="es-DO" sz="2400" b="1" i="0" u="none" strike="noStrike" cap="none" normalizeH="0" baseline="0" dirty="0" err="1" smtClean="0">
                <a:ln>
                  <a:noFill/>
                </a:ln>
                <a:solidFill>
                  <a:schemeClr val="tx1"/>
                </a:solidFill>
                <a:effectLst/>
              </a:rPr>
              <a:t>Imager</a:t>
            </a:r>
            <a:r>
              <a:rPr kumimoji="0" lang="es-DO" sz="2400" b="1" i="0" u="none" strike="noStrike" cap="none" normalizeH="0" baseline="0" dirty="0" smtClean="0">
                <a:ln>
                  <a:noFill/>
                </a:ln>
                <a:solidFill>
                  <a:schemeClr val="tx1"/>
                </a:solidFill>
                <a:effectLst/>
              </a:rPr>
              <a:t>:</a:t>
            </a:r>
            <a:r>
              <a:rPr kumimoji="0" lang="es-DO" sz="2400" b="0" i="0" u="none" strike="noStrike" cap="none" normalizeH="0" baseline="0" dirty="0" smtClean="0">
                <a:ln>
                  <a:noFill/>
                </a:ln>
                <a:solidFill>
                  <a:schemeClr val="tx1"/>
                </a:solidFill>
                <a:effectLst/>
              </a:rPr>
              <a:t> Herramienta gratuita utilizada para crear copias exactas (imágenes forenses) de los discos y garantizar que los datos no se alteren.</a:t>
            </a:r>
          </a:p>
          <a:p>
            <a:pPr marL="0" marR="0" lvl="0" indent="0" algn="l" defTabSz="914400" rtl="0" eaLnBrk="0" fontAlgn="base" latinLnBrk="0" hangingPunct="0">
              <a:lnSpc>
                <a:spcPct val="100000"/>
              </a:lnSpc>
              <a:spcBef>
                <a:spcPct val="0"/>
              </a:spcBef>
              <a:spcAft>
                <a:spcPct val="0"/>
              </a:spcAft>
              <a:buClrTx/>
              <a:buSzTx/>
              <a:buNone/>
              <a:tabLst/>
            </a:pPr>
            <a:endParaRPr kumimoji="0" lang="es-DO" sz="24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DO" sz="2400" b="1" i="0" u="none" strike="noStrike" cap="none" normalizeH="0" baseline="0" dirty="0" smtClean="0">
                <a:ln>
                  <a:noFill/>
                </a:ln>
                <a:solidFill>
                  <a:schemeClr val="tx1"/>
                </a:solidFill>
                <a:effectLst/>
              </a:rPr>
              <a:t>3. </a:t>
            </a:r>
            <a:r>
              <a:rPr kumimoji="0" lang="es-DO" sz="2400" b="1" i="0" u="none" strike="noStrike" cap="none" normalizeH="0" baseline="0" dirty="0" err="1" smtClean="0">
                <a:ln>
                  <a:noFill/>
                </a:ln>
                <a:solidFill>
                  <a:schemeClr val="tx1"/>
                </a:solidFill>
                <a:effectLst/>
              </a:rPr>
              <a:t>EnCase</a:t>
            </a:r>
            <a:r>
              <a:rPr kumimoji="0" lang="es-DO" sz="2400" b="1" i="0" u="none" strike="noStrike" cap="none" normalizeH="0" baseline="0" dirty="0" smtClean="0">
                <a:ln>
                  <a:noFill/>
                </a:ln>
                <a:solidFill>
                  <a:schemeClr val="tx1"/>
                </a:solidFill>
                <a:effectLst/>
              </a:rPr>
              <a:t> </a:t>
            </a:r>
            <a:r>
              <a:rPr kumimoji="0" lang="es-DO" sz="2400" b="1" i="0" u="none" strike="noStrike" cap="none" normalizeH="0" baseline="0" dirty="0" err="1" smtClean="0">
                <a:ln>
                  <a:noFill/>
                </a:ln>
                <a:solidFill>
                  <a:schemeClr val="tx1"/>
                </a:solidFill>
                <a:effectLst/>
              </a:rPr>
              <a:t>Forensic</a:t>
            </a:r>
            <a:r>
              <a:rPr kumimoji="0" lang="es-DO" sz="2400" b="1" i="0" u="none" strike="noStrike" cap="none" normalizeH="0" baseline="0" dirty="0" smtClean="0">
                <a:ln>
                  <a:noFill/>
                </a:ln>
                <a:solidFill>
                  <a:schemeClr val="tx1"/>
                </a:solidFill>
                <a:effectLst/>
              </a:rPr>
              <a:t>:</a:t>
            </a:r>
            <a:r>
              <a:rPr kumimoji="0" lang="es-DO" sz="2400" b="0" i="0" u="none" strike="noStrike" cap="none" normalizeH="0" baseline="0" dirty="0" smtClean="0">
                <a:ln>
                  <a:noFill/>
                </a:ln>
                <a:solidFill>
                  <a:schemeClr val="tx1"/>
                </a:solidFill>
                <a:effectLst/>
              </a:rPr>
              <a:t> Suite comercial estándar en tribunales para el análisis profundo de datos y la creación de reportes periciales.</a:t>
            </a:r>
          </a:p>
          <a:p>
            <a:pPr marL="0" marR="0" lvl="0" indent="0" algn="l" defTabSz="914400" rtl="0" eaLnBrk="0" fontAlgn="base" latinLnBrk="0" hangingPunct="0">
              <a:lnSpc>
                <a:spcPct val="100000"/>
              </a:lnSpc>
              <a:spcBef>
                <a:spcPct val="0"/>
              </a:spcBef>
              <a:spcAft>
                <a:spcPct val="0"/>
              </a:spcAft>
              <a:buClrTx/>
              <a:buSzTx/>
              <a:buNone/>
              <a:tabLst/>
            </a:pPr>
            <a:endParaRPr kumimoji="0" lang="es-DO" sz="24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DO" sz="2400" b="1" i="0" u="none" strike="noStrike" cap="none" normalizeH="0" baseline="0" dirty="0" smtClean="0">
                <a:ln>
                  <a:noFill/>
                </a:ln>
                <a:solidFill>
                  <a:schemeClr val="tx1"/>
                </a:solidFill>
                <a:effectLst/>
              </a:rPr>
              <a:t>4. </a:t>
            </a:r>
            <a:r>
              <a:rPr kumimoji="0" lang="es-DO" sz="2400" b="1" i="0" u="none" strike="noStrike" cap="none" normalizeH="0" baseline="0" dirty="0" err="1" smtClean="0">
                <a:ln>
                  <a:noFill/>
                </a:ln>
                <a:solidFill>
                  <a:schemeClr val="tx1"/>
                </a:solidFill>
                <a:effectLst/>
              </a:rPr>
              <a:t>Volatility</a:t>
            </a:r>
            <a:r>
              <a:rPr kumimoji="0" lang="es-DO" sz="2400" b="1" i="0" u="none" strike="noStrike" cap="none" normalizeH="0" baseline="0" dirty="0" smtClean="0">
                <a:ln>
                  <a:noFill/>
                </a:ln>
                <a:solidFill>
                  <a:schemeClr val="tx1"/>
                </a:solidFill>
                <a:effectLst/>
              </a:rPr>
              <a:t>:</a:t>
            </a:r>
            <a:r>
              <a:rPr kumimoji="0" lang="es-DO" sz="2400" b="0" i="0" u="none" strike="noStrike" cap="none" normalizeH="0" baseline="0" dirty="0" smtClean="0">
                <a:ln>
                  <a:noFill/>
                </a:ln>
                <a:solidFill>
                  <a:schemeClr val="tx1"/>
                </a:solidFill>
                <a:effectLst/>
              </a:rPr>
              <a:t> Herramienta especializada en analizar la memoria RAM para descubrir procesos ocultos, malware y conexiones activas.</a:t>
            </a:r>
          </a:p>
          <a:p>
            <a:pPr marL="0" marR="0" lvl="0" indent="0" algn="l" defTabSz="914400" rtl="0" eaLnBrk="0" fontAlgn="base" latinLnBrk="0" hangingPunct="0">
              <a:lnSpc>
                <a:spcPct val="100000"/>
              </a:lnSpc>
              <a:spcBef>
                <a:spcPct val="0"/>
              </a:spcBef>
              <a:spcAft>
                <a:spcPct val="0"/>
              </a:spcAft>
              <a:buClrTx/>
              <a:buSzTx/>
              <a:buNone/>
              <a:tabLst/>
            </a:pPr>
            <a:endParaRPr kumimoji="0" lang="es-DO" sz="24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DO" sz="2400" b="1" i="0" u="none" strike="noStrike" cap="none" normalizeH="0" baseline="0" dirty="0" smtClean="0">
                <a:ln>
                  <a:noFill/>
                </a:ln>
                <a:solidFill>
                  <a:schemeClr val="tx1"/>
                </a:solidFill>
                <a:effectLst/>
              </a:rPr>
              <a:t>5. </a:t>
            </a:r>
            <a:r>
              <a:rPr kumimoji="0" lang="es-DO" sz="2400" b="1" i="0" u="none" strike="noStrike" cap="none" normalizeH="0" baseline="0" dirty="0" err="1" smtClean="0">
                <a:ln>
                  <a:noFill/>
                </a:ln>
                <a:solidFill>
                  <a:schemeClr val="tx1"/>
                </a:solidFill>
                <a:effectLst/>
              </a:rPr>
              <a:t>Wireshark</a:t>
            </a:r>
            <a:r>
              <a:rPr kumimoji="0" lang="es-DO" sz="2400" b="1" i="0" u="none" strike="noStrike" cap="none" normalizeH="0" baseline="0" dirty="0" smtClean="0">
                <a:ln>
                  <a:noFill/>
                </a:ln>
                <a:solidFill>
                  <a:schemeClr val="tx1"/>
                </a:solidFill>
                <a:effectLst/>
              </a:rPr>
              <a:t>:</a:t>
            </a:r>
            <a:r>
              <a:rPr kumimoji="0" lang="es-DO" sz="2400" b="0" i="0" u="none" strike="noStrike" cap="none" normalizeH="0" baseline="0" dirty="0" smtClean="0">
                <a:ln>
                  <a:noFill/>
                </a:ln>
                <a:solidFill>
                  <a:schemeClr val="tx1"/>
                </a:solidFill>
                <a:effectLst/>
              </a:rPr>
              <a:t> Analizador de tráfico de red que permite interceptar y desglosar los datos que viajan por una red informática.</a:t>
            </a:r>
          </a:p>
        </p:txBody>
      </p:sp>
    </p:spTree>
    <p:extLst>
      <p:ext uri="{BB962C8B-B14F-4D97-AF65-F5344CB8AC3E}">
        <p14:creationId xmlns:p14="http://schemas.microsoft.com/office/powerpoint/2010/main" val="14202662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1233055" y="665018"/>
            <a:ext cx="9906000" cy="6331527"/>
          </a:xfrm>
        </p:spPr>
        <p:txBody>
          <a:bodyPr>
            <a:normAutofit/>
          </a:bodyPr>
          <a:lstStyle/>
          <a:p>
            <a:pPr marL="0" lvl="0" indent="0" eaLnBrk="0" fontAlgn="base" hangingPunct="0">
              <a:lnSpc>
                <a:spcPct val="100000"/>
              </a:lnSpc>
              <a:spcBef>
                <a:spcPct val="0"/>
              </a:spcBef>
              <a:spcAft>
                <a:spcPct val="0"/>
              </a:spcAft>
              <a:buFontTx/>
              <a:buChar char="•"/>
            </a:pPr>
            <a:r>
              <a:rPr lang="es-DO" sz="2400" b="1" dirty="0"/>
              <a:t>6. </a:t>
            </a:r>
            <a:r>
              <a:rPr lang="es-DO" sz="2400" b="1" dirty="0" err="1"/>
              <a:t>Cellebrite</a:t>
            </a:r>
            <a:r>
              <a:rPr lang="es-DO" sz="2400" b="1" dirty="0"/>
              <a:t> UFED:</a:t>
            </a:r>
            <a:r>
              <a:rPr lang="es-DO" sz="2400" dirty="0"/>
              <a:t> Sistema comercial líder para la extracción y recuperación de datos en dispositivos móviles como </a:t>
            </a:r>
            <a:r>
              <a:rPr lang="es-DO" sz="2400" dirty="0" err="1"/>
              <a:t>smartphones</a:t>
            </a:r>
            <a:r>
              <a:rPr lang="es-DO" sz="2400" dirty="0"/>
              <a:t> y </a:t>
            </a:r>
            <a:r>
              <a:rPr lang="es-DO" sz="2400" dirty="0" err="1"/>
              <a:t>tablets</a:t>
            </a:r>
            <a:r>
              <a:rPr lang="es-DO" sz="2400" dirty="0" smtClean="0"/>
              <a:t>.</a:t>
            </a:r>
          </a:p>
          <a:p>
            <a:pPr marL="0" lvl="0" indent="0" eaLnBrk="0" fontAlgn="base" hangingPunct="0">
              <a:lnSpc>
                <a:spcPct val="100000"/>
              </a:lnSpc>
              <a:spcBef>
                <a:spcPct val="0"/>
              </a:spcBef>
              <a:spcAft>
                <a:spcPct val="0"/>
              </a:spcAft>
              <a:buNone/>
            </a:pPr>
            <a:endParaRPr lang="es-DO" sz="2400" dirty="0"/>
          </a:p>
          <a:p>
            <a:pPr marL="0" lvl="0" indent="0" eaLnBrk="0" fontAlgn="base" hangingPunct="0">
              <a:lnSpc>
                <a:spcPct val="100000"/>
              </a:lnSpc>
              <a:spcBef>
                <a:spcPct val="0"/>
              </a:spcBef>
              <a:spcAft>
                <a:spcPct val="0"/>
              </a:spcAft>
              <a:buFontTx/>
              <a:buChar char="•"/>
            </a:pPr>
            <a:r>
              <a:rPr lang="es-DO" sz="2400" b="1" dirty="0"/>
              <a:t>7. X-</a:t>
            </a:r>
            <a:r>
              <a:rPr lang="es-DO" sz="2400" b="1" dirty="0" err="1"/>
              <a:t>Ways</a:t>
            </a:r>
            <a:r>
              <a:rPr lang="es-DO" sz="2400" b="1" dirty="0"/>
              <a:t> </a:t>
            </a:r>
            <a:r>
              <a:rPr lang="es-DO" sz="2400" b="1" dirty="0" err="1"/>
              <a:t>Forensics</a:t>
            </a:r>
            <a:r>
              <a:rPr lang="es-DO" sz="2400" b="1" dirty="0"/>
              <a:t>:</a:t>
            </a:r>
            <a:r>
              <a:rPr lang="es-DO" sz="2400" dirty="0"/>
              <a:t> Software comercial de alta velocidad diseñado para examinar la estructura de los discos y archivos a nivel de bytes</a:t>
            </a:r>
            <a:r>
              <a:rPr lang="es-DO" sz="2400" dirty="0" smtClean="0"/>
              <a:t>.</a:t>
            </a:r>
          </a:p>
          <a:p>
            <a:pPr marL="0" lvl="0" indent="0" eaLnBrk="0" fontAlgn="base" hangingPunct="0">
              <a:lnSpc>
                <a:spcPct val="100000"/>
              </a:lnSpc>
              <a:spcBef>
                <a:spcPct val="0"/>
              </a:spcBef>
              <a:spcAft>
                <a:spcPct val="0"/>
              </a:spcAft>
              <a:buNone/>
            </a:pPr>
            <a:endParaRPr lang="es-DO" sz="2400" dirty="0"/>
          </a:p>
          <a:p>
            <a:pPr marL="0" lvl="0" indent="0" eaLnBrk="0" fontAlgn="base" hangingPunct="0">
              <a:lnSpc>
                <a:spcPct val="100000"/>
              </a:lnSpc>
              <a:spcBef>
                <a:spcPct val="0"/>
              </a:spcBef>
              <a:spcAft>
                <a:spcPct val="0"/>
              </a:spcAft>
              <a:buFontTx/>
              <a:buChar char="•"/>
            </a:pPr>
            <a:r>
              <a:rPr lang="es-DO" sz="2400" b="1" dirty="0"/>
              <a:t>8. CAINE:</a:t>
            </a:r>
            <a:r>
              <a:rPr lang="es-DO" sz="2400" dirty="0"/>
              <a:t> Sistema operativo Linux que incluye decenas de herramientas forenses preinstaladas y configuradas para no alterar las evidencias</a:t>
            </a:r>
            <a:r>
              <a:rPr lang="es-DO" sz="2400" dirty="0" smtClean="0"/>
              <a:t>.</a:t>
            </a:r>
          </a:p>
          <a:p>
            <a:pPr marL="0" lvl="0" indent="0" eaLnBrk="0" fontAlgn="base" hangingPunct="0">
              <a:lnSpc>
                <a:spcPct val="100000"/>
              </a:lnSpc>
              <a:spcBef>
                <a:spcPct val="0"/>
              </a:spcBef>
              <a:spcAft>
                <a:spcPct val="0"/>
              </a:spcAft>
              <a:buNone/>
            </a:pPr>
            <a:endParaRPr lang="es-DO" sz="2400" dirty="0"/>
          </a:p>
          <a:p>
            <a:pPr marL="0" lvl="0" indent="0" eaLnBrk="0" fontAlgn="base" hangingPunct="0">
              <a:lnSpc>
                <a:spcPct val="100000"/>
              </a:lnSpc>
              <a:spcBef>
                <a:spcPct val="0"/>
              </a:spcBef>
              <a:spcAft>
                <a:spcPct val="0"/>
              </a:spcAft>
              <a:buFontTx/>
              <a:buChar char="•"/>
            </a:pPr>
            <a:r>
              <a:rPr lang="es-DO" sz="2400" b="1" dirty="0"/>
              <a:t>9. </a:t>
            </a:r>
            <a:r>
              <a:rPr lang="es-DO" sz="2400" b="1" dirty="0" err="1"/>
              <a:t>Magnet</a:t>
            </a:r>
            <a:r>
              <a:rPr lang="es-DO" sz="2400" b="1" dirty="0"/>
              <a:t> </a:t>
            </a:r>
            <a:r>
              <a:rPr lang="es-DO" sz="2400" b="1" dirty="0" err="1"/>
              <a:t>Axiom</a:t>
            </a:r>
            <a:r>
              <a:rPr lang="es-DO" sz="2400" b="1" dirty="0"/>
              <a:t>:</a:t>
            </a:r>
            <a:r>
              <a:rPr lang="es-DO" sz="2400" dirty="0"/>
              <a:t> Suite comercial que integra y conecta el análisis de datos provenientes de computadoras, móviles y servicios en la nube</a:t>
            </a:r>
            <a:r>
              <a:rPr lang="es-DO" sz="2400" dirty="0" smtClean="0"/>
              <a:t>.</a:t>
            </a:r>
          </a:p>
          <a:p>
            <a:pPr marL="0" lvl="0" indent="0" eaLnBrk="0" fontAlgn="base" hangingPunct="0">
              <a:lnSpc>
                <a:spcPct val="100000"/>
              </a:lnSpc>
              <a:spcBef>
                <a:spcPct val="0"/>
              </a:spcBef>
              <a:spcAft>
                <a:spcPct val="0"/>
              </a:spcAft>
              <a:buNone/>
            </a:pPr>
            <a:endParaRPr lang="es-DO" sz="2400" dirty="0"/>
          </a:p>
          <a:p>
            <a:pPr marL="0" lvl="0" indent="0" eaLnBrk="0" fontAlgn="base" hangingPunct="0">
              <a:lnSpc>
                <a:spcPct val="100000"/>
              </a:lnSpc>
              <a:spcBef>
                <a:spcPct val="0"/>
              </a:spcBef>
              <a:spcAft>
                <a:spcPct val="0"/>
              </a:spcAft>
              <a:buFontTx/>
              <a:buChar char="•"/>
            </a:pPr>
            <a:r>
              <a:rPr lang="es-DO" sz="2400" b="1" dirty="0"/>
              <a:t>10. </a:t>
            </a:r>
            <a:r>
              <a:rPr lang="es-DO" sz="2400" b="1" dirty="0" err="1"/>
              <a:t>ExifTool</a:t>
            </a:r>
            <a:r>
              <a:rPr lang="es-DO" sz="2400" b="1" dirty="0"/>
              <a:t>:</a:t>
            </a:r>
            <a:r>
              <a:rPr lang="es-DO" sz="2400" dirty="0"/>
              <a:t> Herramienta de línea de comandos utilizada para leer y analizar los metadatos de archivos, como coordenadas GPS y fechas de creación.</a:t>
            </a:r>
          </a:p>
          <a:p>
            <a:endParaRPr lang="es-DO" dirty="0"/>
          </a:p>
        </p:txBody>
      </p:sp>
    </p:spTree>
    <p:extLst>
      <p:ext uri="{BB962C8B-B14F-4D97-AF65-F5344CB8AC3E}">
        <p14:creationId xmlns:p14="http://schemas.microsoft.com/office/powerpoint/2010/main" val="27666614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879764" y="1146752"/>
            <a:ext cx="10515600" cy="4351338"/>
          </a:xfrm>
        </p:spPr>
        <p:txBody>
          <a:bodyPr/>
          <a:lstStyle/>
          <a:p>
            <a:pPr marL="0" indent="0" algn="ctr">
              <a:buNone/>
            </a:pPr>
            <a:r>
              <a:rPr lang="es-DO" sz="3600" b="1" dirty="0" smtClean="0"/>
              <a:t>Lo aprendido:</a:t>
            </a:r>
          </a:p>
          <a:p>
            <a:endParaRPr lang="es-DO" dirty="0"/>
          </a:p>
          <a:p>
            <a:pPr marL="0" indent="0">
              <a:buNone/>
            </a:pPr>
            <a:r>
              <a:rPr lang="es-ES" dirty="0"/>
              <a:t>La informática forense es una disciplina clave en la seguridad digital que combina tecnología y legalidad. Su éxito radica en el uso de herramientas especializadas para identificar, preservar y analizar la evidencia digital sin alterarla, garantizando siempre la integridad de los datos y la cadena de custodia para que los hallazgos sean válidos ante cualquier investigación o tribunal.</a:t>
            </a:r>
            <a:endParaRPr lang="es-DO" dirty="0"/>
          </a:p>
        </p:txBody>
      </p:sp>
    </p:spTree>
    <p:extLst>
      <p:ext uri="{BB962C8B-B14F-4D97-AF65-F5344CB8AC3E}">
        <p14:creationId xmlns:p14="http://schemas.microsoft.com/office/powerpoint/2010/main" val="3120487481"/>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509</TotalTime>
  <Words>997</Words>
  <Application>Microsoft Office PowerPoint</Application>
  <PresentationFormat>Panorámica</PresentationFormat>
  <Paragraphs>74</Paragraphs>
  <Slides>11</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11</vt:i4>
      </vt:variant>
    </vt:vector>
  </HeadingPairs>
  <TitlesOfParts>
    <vt:vector size="15" baseType="lpstr">
      <vt:lpstr>Arial</vt:lpstr>
      <vt:lpstr>Calibri</vt:lpstr>
      <vt:lpstr>Calibri Light</vt:lpstr>
      <vt:lpstr>Tema de Office</vt:lpstr>
      <vt:lpstr>Presentación de PowerPoint</vt:lpstr>
      <vt:lpstr>Concepto de la Informática Forense  </vt:lpstr>
      <vt:lpstr>Presentación de PowerPoint</vt:lpstr>
      <vt:lpstr>Presentación de PowerPoint</vt:lpstr>
      <vt:lpstr>Presentación de PowerPoint</vt:lpstr>
      <vt:lpstr>Presentación de PowerPoint</vt:lpstr>
      <vt:lpstr>Presentación de PowerPoint</vt:lpstr>
      <vt:lpstr>Presentación de PowerPoint</vt:lpstr>
      <vt:lpstr>Herramientas mas utilizadas</vt:lpstr>
      <vt:lpstr>Presentación de PowerPoint</vt:lpstr>
      <vt:lpstr>Presentación de PowerPoint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dc:title>
  <dc:creator>Luis Reyes</dc:creator>
  <cp:lastModifiedBy>Cuenta Microsoft</cp:lastModifiedBy>
  <cp:revision>23</cp:revision>
  <dcterms:created xsi:type="dcterms:W3CDTF">2026-03-31T00:35:05Z</dcterms:created>
  <dcterms:modified xsi:type="dcterms:W3CDTF">2026-06-14T22:10:05Z</dcterms:modified>
</cp:coreProperties>
</file>