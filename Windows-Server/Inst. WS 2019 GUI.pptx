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1" r:id="rId14"/>
    <p:sldId id="272" r:id="rId15"/>
    <p:sldId id="274" r:id="rId16"/>
    <p:sldId id="273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163969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916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Windows-Serv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616591"/>
            <a:ext cx="11525100" cy="376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Instalación y seguridad de Windows Server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Actividad: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Instalación de Windows Server 2019 (GUI)</a:t>
            </a:r>
            <a:endParaRPr lang="es-DO" b="1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Este es un paso a paso de como instalar el WS 2019 con entornos gráficos.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https://github.com/elchecho3000-blip/Ciberseguridad-bootcamp/tree/main/Windows-Server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7708" y="575670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49830" y="1233488"/>
            <a:ext cx="7292340" cy="457200"/>
          </a:xfrm>
        </p:spPr>
        <p:txBody>
          <a:bodyPr>
            <a:normAutofit fontScale="90000"/>
          </a:bodyPr>
          <a:lstStyle/>
          <a:p>
            <a:r>
              <a:rPr lang="es-DO" sz="3100" dirty="0"/>
              <a:t>Luego de crear la máquina virtual </a:t>
            </a:r>
            <a:r>
              <a:rPr lang="es-ES" sz="3100" dirty="0"/>
              <a:t>la iniciamos seleccionándola y luego cliqueamos en “Iniciar”.</a:t>
            </a:r>
            <a:br>
              <a:rPr lang="es-DO" dirty="0"/>
            </a:br>
            <a:endParaRPr lang="es-DO" dirty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60930" y="1690688"/>
            <a:ext cx="7470140" cy="457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5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9110" y="1825624"/>
            <a:ext cx="4210050" cy="4552315"/>
          </a:xfrm>
        </p:spPr>
        <p:txBody>
          <a:bodyPr>
            <a:normAutofit/>
          </a:bodyPr>
          <a:lstStyle/>
          <a:p>
            <a:r>
              <a:rPr lang="es-DO" sz="2800" dirty="0"/>
              <a:t>Luego de cargar nos aparecerá esta ventana en la cual podemos modificar el idioma, hora y estilo de teclado, modificamos lo deseado y </a:t>
            </a:r>
            <a:r>
              <a:rPr lang="es-DO" sz="2800" dirty="0" err="1"/>
              <a:t>clickeamos</a:t>
            </a:r>
            <a:r>
              <a:rPr lang="es-DO" sz="2800" dirty="0"/>
              <a:t> en “</a:t>
            </a:r>
            <a:r>
              <a:rPr lang="es-DO" sz="2800" dirty="0" err="1"/>
              <a:t>next</a:t>
            </a:r>
            <a:r>
              <a:rPr lang="es-DO" sz="2800" dirty="0"/>
              <a:t>”.</a:t>
            </a:r>
            <a:br>
              <a:rPr lang="es-DO" dirty="0"/>
            </a:br>
            <a:endParaRPr lang="es-DO"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78730" y="1484948"/>
            <a:ext cx="627507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64180" y="933926"/>
            <a:ext cx="6797040" cy="1212215"/>
          </a:xfrm>
        </p:spPr>
        <p:txBody>
          <a:bodyPr>
            <a:normAutofit/>
          </a:bodyPr>
          <a:lstStyle/>
          <a:p>
            <a:r>
              <a:rPr lang="es-DO" sz="2800" dirty="0"/>
              <a:t>En esta ventana presionamos “</a:t>
            </a:r>
            <a:r>
              <a:rPr lang="es-DO" sz="2800" dirty="0" err="1"/>
              <a:t>Install</a:t>
            </a:r>
            <a:r>
              <a:rPr lang="es-DO" sz="2800" dirty="0"/>
              <a:t> </a:t>
            </a:r>
            <a:r>
              <a:rPr lang="es-DO" sz="2800" dirty="0" err="1"/>
              <a:t>now</a:t>
            </a:r>
            <a:r>
              <a:rPr lang="es-DO" sz="2800" dirty="0"/>
              <a:t>”.</a:t>
            </a:r>
            <a:br>
              <a:rPr lang="es-DO" dirty="0"/>
            </a:br>
            <a:endParaRPr lang="es-DO"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3395980" y="1848168"/>
            <a:ext cx="5400040" cy="432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1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06236" y="1219200"/>
            <a:ext cx="3390900" cy="4846955"/>
          </a:xfrm>
        </p:spPr>
        <p:txBody>
          <a:bodyPr>
            <a:normAutofit/>
          </a:bodyPr>
          <a:lstStyle/>
          <a:p>
            <a:r>
              <a:rPr lang="es-DO" sz="2800" dirty="0"/>
              <a:t>Como queremos instalar la versión con entorno grafico elegimos la versión “Standard </a:t>
            </a:r>
            <a:r>
              <a:rPr lang="es-DO" sz="2800" dirty="0" err="1"/>
              <a:t>Evalution</a:t>
            </a:r>
            <a:r>
              <a:rPr lang="es-DO" sz="2800" dirty="0"/>
              <a:t> (Desktop </a:t>
            </a:r>
            <a:r>
              <a:rPr lang="es-DO" sz="2800" dirty="0" err="1"/>
              <a:t>Experience</a:t>
            </a:r>
            <a:r>
              <a:rPr lang="es-DO" sz="2800" dirty="0"/>
              <a:t>)” y luego “</a:t>
            </a:r>
            <a:r>
              <a:rPr lang="es-DO" sz="2800" dirty="0" err="1"/>
              <a:t>Next</a:t>
            </a:r>
            <a:r>
              <a:rPr lang="es-DO" sz="2800" dirty="0"/>
              <a:t>”.</a:t>
            </a:r>
            <a:br>
              <a:rPr lang="es-DO" dirty="0"/>
            </a:br>
            <a:endParaRPr lang="es-DO"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5686424" y="1219200"/>
            <a:ext cx="5667375" cy="436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6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27630" y="455454"/>
            <a:ext cx="7316470" cy="1325563"/>
          </a:xfrm>
        </p:spPr>
        <p:txBody>
          <a:bodyPr>
            <a:normAutofit/>
          </a:bodyPr>
          <a:lstStyle/>
          <a:p>
            <a:r>
              <a:rPr lang="es-DO" sz="2800" dirty="0"/>
              <a:t>Marcamos la casilla “I </a:t>
            </a:r>
            <a:r>
              <a:rPr lang="es-DO" sz="2800" dirty="0" err="1"/>
              <a:t>accept</a:t>
            </a:r>
            <a:r>
              <a:rPr lang="es-DO" sz="2800" dirty="0"/>
              <a:t> </a:t>
            </a:r>
            <a:r>
              <a:rPr lang="es-DO" sz="2800" dirty="0" err="1"/>
              <a:t>the</a:t>
            </a:r>
            <a:r>
              <a:rPr lang="es-DO" sz="2800" dirty="0"/>
              <a:t> </a:t>
            </a:r>
            <a:r>
              <a:rPr lang="es-DO" sz="2800" dirty="0" err="1"/>
              <a:t>license</a:t>
            </a:r>
            <a:r>
              <a:rPr lang="es-DO" sz="2800" dirty="0"/>
              <a:t> </a:t>
            </a:r>
            <a:r>
              <a:rPr lang="es-DO" sz="2800" dirty="0" err="1"/>
              <a:t>terms</a:t>
            </a:r>
            <a:r>
              <a:rPr lang="es-DO" sz="2800" dirty="0"/>
              <a:t>”.</a:t>
            </a:r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29000" y="1781017"/>
            <a:ext cx="540004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5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45130" y="845185"/>
            <a:ext cx="6454140" cy="1429226"/>
          </a:xfrm>
        </p:spPr>
        <p:txBody>
          <a:bodyPr>
            <a:normAutofit/>
          </a:bodyPr>
          <a:lstStyle/>
          <a:p>
            <a:r>
              <a:rPr lang="es-DO" sz="2800" dirty="0"/>
              <a:t>Luego seleccionamos la opción “</a:t>
            </a:r>
            <a:r>
              <a:rPr lang="es-DO" sz="2800" dirty="0" err="1"/>
              <a:t>Custom</a:t>
            </a:r>
            <a:r>
              <a:rPr lang="es-DO" sz="2800" dirty="0"/>
              <a:t>”. </a:t>
            </a:r>
            <a:br>
              <a:rPr lang="es-DO" dirty="0"/>
            </a:br>
            <a:endParaRPr lang="es-DO"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29000" y="1856899"/>
            <a:ext cx="5400040" cy="428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2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06780" y="1256348"/>
            <a:ext cx="4419600" cy="5189855"/>
          </a:xfrm>
        </p:spPr>
        <p:txBody>
          <a:bodyPr>
            <a:normAutofit/>
          </a:bodyPr>
          <a:lstStyle/>
          <a:p>
            <a:r>
              <a:rPr lang="es-DO" sz="3100" dirty="0"/>
              <a:t>En la ventana siguiente seleccionamos la unidad donde se instalará y le asignamos la cantidad de memoria que utilizaremos, </a:t>
            </a:r>
            <a:r>
              <a:rPr lang="es-DO" sz="3100" dirty="0" err="1"/>
              <a:t>clickeamos</a:t>
            </a:r>
            <a:r>
              <a:rPr lang="es-DO" sz="3100" dirty="0"/>
              <a:t> en “</a:t>
            </a:r>
            <a:r>
              <a:rPr lang="es-DO" sz="3100" dirty="0" err="1"/>
              <a:t>Apply</a:t>
            </a:r>
            <a:r>
              <a:rPr lang="es-DO" sz="3100" dirty="0"/>
              <a:t>” y luego en “</a:t>
            </a:r>
            <a:r>
              <a:rPr lang="es-DO" sz="3100" dirty="0" err="1"/>
              <a:t>Next</a:t>
            </a:r>
            <a:r>
              <a:rPr lang="es-DO" sz="3100" dirty="0"/>
              <a:t>”.</a:t>
            </a:r>
            <a:br>
              <a:rPr lang="es-DO" dirty="0"/>
            </a:br>
            <a:endParaRPr lang="es-DO"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00" y="1256348"/>
            <a:ext cx="58674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5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0" y="1028065"/>
            <a:ext cx="5859780" cy="1097915"/>
          </a:xfrm>
        </p:spPr>
        <p:txBody>
          <a:bodyPr/>
          <a:lstStyle/>
          <a:p>
            <a:r>
              <a:rPr lang="es-DO" sz="2800" dirty="0"/>
              <a:t>En este cuadro </a:t>
            </a:r>
            <a:r>
              <a:rPr lang="es-DO" sz="2800" dirty="0" err="1"/>
              <a:t>clickeamos</a:t>
            </a:r>
            <a:r>
              <a:rPr lang="es-DO" sz="2800" dirty="0"/>
              <a:t> en “Ok”.</a:t>
            </a:r>
            <a:br>
              <a:rPr lang="es-DO" dirty="0"/>
            </a:br>
            <a:endParaRPr lang="es-DO"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3395980" y="1856264"/>
            <a:ext cx="5400040" cy="429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3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5340" y="2374265"/>
            <a:ext cx="4099560" cy="3592195"/>
          </a:xfrm>
        </p:spPr>
        <p:txBody>
          <a:bodyPr/>
          <a:lstStyle/>
          <a:p>
            <a:pPr marL="114300" indent="0">
              <a:buNone/>
            </a:pPr>
            <a:r>
              <a:rPr lang="es-DO" dirty="0"/>
              <a:t>Luego se creará otra unidad, seleccionaremos la que tenga mayor cantidad de tamaño y </a:t>
            </a:r>
            <a:r>
              <a:rPr lang="es-DO" dirty="0" err="1"/>
              <a:t>clickeamos</a:t>
            </a:r>
            <a:r>
              <a:rPr lang="es-DO" dirty="0"/>
              <a:t> en “Next”.</a:t>
            </a:r>
          </a:p>
          <a:p>
            <a:endParaRPr lang="es-DO" dirty="0"/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5349240" y="1463040"/>
            <a:ext cx="6004560" cy="46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36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15640" y="536575"/>
            <a:ext cx="6248400" cy="1325563"/>
          </a:xfrm>
        </p:spPr>
        <p:txBody>
          <a:bodyPr>
            <a:normAutofit/>
          </a:bodyPr>
          <a:lstStyle/>
          <a:p>
            <a:r>
              <a:rPr lang="es-DO" sz="2800" dirty="0"/>
              <a:t>Esperamos a que termine la instalación.</a:t>
            </a:r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29000" y="1862138"/>
            <a:ext cx="540004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58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940722"/>
            <a:ext cx="3468329" cy="509136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ES" dirty="0"/>
              <a:t>Luego de terminar la instalación se reiniciará y aparecerá esta pantalla en la cual tendremos que colocar una contraseña (la cual no puede ser sencilla), repetirla y luego </a:t>
            </a:r>
            <a:r>
              <a:rPr lang="es-ES" dirty="0" err="1"/>
              <a:t>clickear</a:t>
            </a:r>
            <a:r>
              <a:rPr lang="es-ES" dirty="0"/>
              <a:t> en “</a:t>
            </a:r>
            <a:r>
              <a:rPr lang="es-ES" dirty="0" err="1"/>
              <a:t>Finish</a:t>
            </a:r>
            <a:r>
              <a:rPr lang="es-ES" dirty="0"/>
              <a:t>”.</a:t>
            </a:r>
            <a:endParaRPr lang="es-D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11A19C-16AF-617E-5BD3-5B44C11D9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163" y="681037"/>
            <a:ext cx="6738637" cy="535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06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392867-B3D6-9464-9EE4-A5B3820E3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763297" cy="3233072"/>
          </a:xfrm>
        </p:spPr>
        <p:txBody>
          <a:bodyPr/>
          <a:lstStyle/>
          <a:p>
            <a:pPr marL="114300" indent="0">
              <a:buNone/>
            </a:pPr>
            <a:r>
              <a:rPr lang="es-ES" dirty="0"/>
              <a:t>Con esto ya tenemos todo listo para utilizar nuestro Windows Server. Para salir de la pantalla de inicio presionamos “</a:t>
            </a:r>
            <a:r>
              <a:rPr lang="es-ES" dirty="0" err="1"/>
              <a:t>Ctrl+Alt+Del</a:t>
            </a:r>
            <a:r>
              <a:rPr lang="es-ES" dirty="0"/>
              <a:t>”.</a:t>
            </a:r>
            <a:endParaRPr lang="es-D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19893F2-959D-52D6-4DDF-E27A14F8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532" y="962748"/>
            <a:ext cx="6225490" cy="49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45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AE07E7-F9CA-2E07-9DD1-99AA92846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3473" y="622043"/>
            <a:ext cx="6005051" cy="742925"/>
          </a:xfrm>
        </p:spPr>
        <p:txBody>
          <a:bodyPr/>
          <a:lstStyle/>
          <a:p>
            <a:pPr marL="114300" indent="0">
              <a:buNone/>
            </a:pPr>
            <a:r>
              <a:rPr lang="es-ES" dirty="0"/>
              <a:t>Ingresamos la contraseña antes escrita.</a:t>
            </a:r>
            <a:endParaRPr lang="es-D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73D3EF-2B36-6C8A-4212-35C5A0049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95" y="1634740"/>
            <a:ext cx="6516009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95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20552A-75A2-72A3-6DE8-12F38669E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1480" y="978898"/>
            <a:ext cx="8409039" cy="1277605"/>
          </a:xfrm>
        </p:spPr>
        <p:txBody>
          <a:bodyPr/>
          <a:lstStyle/>
          <a:p>
            <a:pPr marL="114300" indent="0">
              <a:buNone/>
            </a:pPr>
            <a:r>
              <a:rPr lang="es-ES" dirty="0"/>
              <a:t>Y listo, ya estamos en el escritorio de Windows Server y también podemos observar el </a:t>
            </a:r>
            <a:r>
              <a:rPr lang="es-ES" dirty="0" err="1"/>
              <a:t>Service</a:t>
            </a:r>
            <a:r>
              <a:rPr lang="es-ES" dirty="0"/>
              <a:t> Manager.</a:t>
            </a:r>
            <a:endParaRPr lang="es-D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A4D211-424D-541E-35D6-DB267219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42" y="2256504"/>
            <a:ext cx="5480457" cy="38867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0C03E6A-8EA6-34E7-2CF8-A5A38AB6C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256503"/>
            <a:ext cx="5498109" cy="388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26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2826B0-2B0D-566F-7CB5-B50FF1EA3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680290" cy="4351338"/>
          </a:xfrm>
        </p:spPr>
        <p:txBody>
          <a:bodyPr/>
          <a:lstStyle/>
          <a:p>
            <a:pPr marL="114300" indent="0">
              <a:buNone/>
            </a:pPr>
            <a:r>
              <a:rPr lang="es-ES" dirty="0"/>
              <a:t>En esta practica pude aprender a instalar el Windows Server 2019 GUI (con entorno grafico) a través de </a:t>
            </a:r>
            <a:r>
              <a:rPr lang="es-DO" dirty="0"/>
              <a:t>Virtual Box, también a establecer los requisitos mínimos para hacer funcionar dicha instalación.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40861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358</Words>
  <Application>Microsoft Office PowerPoint</Application>
  <PresentationFormat>Panorámica</PresentationFormat>
  <Paragraphs>22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Verdana</vt:lpstr>
      <vt:lpstr>Tema de Office</vt:lpstr>
      <vt:lpstr>Presentación de PowerPoint</vt:lpstr>
      <vt:lpstr>Luego de crear la máquina virtual la iniciamos seleccionándola y luego cliqueamos en “Iniciar”. </vt:lpstr>
      <vt:lpstr>Luego de cargar nos aparecerá esta ventana en la cual podemos modificar el idioma, hora y estilo de teclado, modificamos lo deseado y clickeamos en “next”. </vt:lpstr>
      <vt:lpstr>En esta ventana presionamos “Install now”. </vt:lpstr>
      <vt:lpstr>Como queremos instalar la versión con entorno grafico elegimos la versión “Standard Evalution (Desktop Experience)” y luego “Next”. </vt:lpstr>
      <vt:lpstr>Marcamos la casilla “I accept the license terms”.</vt:lpstr>
      <vt:lpstr>Luego seleccionamos la opción “Custom”.  </vt:lpstr>
      <vt:lpstr>En la ventana siguiente seleccionamos la unidad donde se instalará y le asignamos la cantidad de memoria que utilizaremos, clickeamos en “Apply” y luego en “Next”. </vt:lpstr>
      <vt:lpstr>En este cuadro clickeamos en “Ok”. </vt:lpstr>
      <vt:lpstr>Presentación de PowerPoint</vt:lpstr>
      <vt:lpstr>Esperamos a que termine la instalación.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8</cp:revision>
  <dcterms:modified xsi:type="dcterms:W3CDTF">2026-04-19T00:15:12Z</dcterms:modified>
</cp:coreProperties>
</file>