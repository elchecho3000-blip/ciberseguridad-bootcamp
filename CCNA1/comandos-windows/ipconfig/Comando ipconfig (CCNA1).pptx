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6191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948138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301363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105858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126150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894391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7789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634897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136189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28706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47352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C455F-990E-4E61-815E-988AF11988EF}" type="datetimeFigureOut">
              <a:rPr lang="es-DO" smtClean="0"/>
              <a:t>20/1/2026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5707A-681A-40FF-B29E-60965F1CA6B0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930675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Introduccion</a:t>
            </a:r>
            <a:r>
              <a:rPr lang="es-ES" dirty="0"/>
              <a:t> a las redes (CCNA1)</a:t>
            </a:r>
            <a:endParaRPr lang="es-D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Comandos </a:t>
            </a:r>
            <a:r>
              <a:rPr lang="es-ES" dirty="0" err="1"/>
              <a:t>ipconfig</a:t>
            </a:r>
            <a:r>
              <a:rPr lang="es-ES" dirty="0"/>
              <a:t> para CMD de Windows</a:t>
            </a:r>
          </a:p>
          <a:p>
            <a:r>
              <a:rPr lang="es-ES" dirty="0"/>
              <a:t>Luis Reyes </a:t>
            </a:r>
            <a:r>
              <a:rPr lang="es-ES" dirty="0" err="1"/>
              <a:t>Volquez</a:t>
            </a:r>
            <a:endParaRPr lang="es-ES" dirty="0"/>
          </a:p>
          <a:p>
            <a:endParaRPr lang="es-DO" dirty="0"/>
          </a:p>
        </p:txBody>
      </p:sp>
    </p:spTree>
    <p:extLst>
      <p:ext uri="{BB962C8B-B14F-4D97-AF65-F5344CB8AC3E}">
        <p14:creationId xmlns:p14="http://schemas.microsoft.com/office/powerpoint/2010/main" val="2934421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Comando </a:t>
            </a:r>
            <a:r>
              <a:rPr lang="es-ES" dirty="0" err="1"/>
              <a:t>ipconfig</a:t>
            </a:r>
            <a:endParaRPr lang="es-DO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ES" dirty="0"/>
              <a:t>Se utiliza para ver todos los adaptadores de red que hay actualmente en el SO.</a:t>
            </a:r>
            <a:endParaRPr lang="es-DO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102CBB8-3F10-9ED0-2C98-688AE7FDE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384BEA7-FC71-6F27-7D11-0C3B75F99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426" y="1538399"/>
            <a:ext cx="4389604" cy="522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375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24715-768A-D55C-ECD2-BC1963D4D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1C620-7F70-FBEB-8C89-76B3E61BA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056" y="-33892"/>
            <a:ext cx="10515600" cy="1325563"/>
          </a:xfrm>
        </p:spPr>
        <p:txBody>
          <a:bodyPr/>
          <a:lstStyle/>
          <a:p>
            <a:r>
              <a:rPr lang="es-ES" dirty="0"/>
              <a:t>Comando </a:t>
            </a:r>
            <a:r>
              <a:rPr lang="es-ES" dirty="0" err="1"/>
              <a:t>ipconfig</a:t>
            </a:r>
            <a:r>
              <a:rPr lang="es-ES" dirty="0"/>
              <a:t> /</a:t>
            </a:r>
            <a:r>
              <a:rPr lang="es-ES" dirty="0" err="1"/>
              <a:t>all</a:t>
            </a:r>
            <a:endParaRPr lang="es-D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3DC151-6E0B-5940-C20D-80565AEC77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034" y="1126885"/>
            <a:ext cx="11243525" cy="4351338"/>
          </a:xfrm>
        </p:spPr>
        <p:txBody>
          <a:bodyPr/>
          <a:lstStyle/>
          <a:p>
            <a:r>
              <a:rPr lang="es-ES" dirty="0"/>
              <a:t>Se utiliza para saber de manera mas exhaustiva los adaptadores de red, </a:t>
            </a:r>
            <a:r>
              <a:rPr lang="es-ES" dirty="0" err="1"/>
              <a:t>ip</a:t>
            </a:r>
            <a:r>
              <a:rPr lang="es-ES" dirty="0"/>
              <a:t> y mascara de red, además de el nombre del hardware de red, el </a:t>
            </a:r>
            <a:r>
              <a:rPr lang="es-ES" dirty="0" err="1"/>
              <a:t>dns</a:t>
            </a:r>
            <a:r>
              <a:rPr lang="es-ES" dirty="0"/>
              <a:t> y algunas configuraciones mas.</a:t>
            </a:r>
          </a:p>
          <a:p>
            <a:endParaRPr lang="es-DO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2C2EDA3-51FA-2006-C5CB-75E1E832ABB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175158" y="2436963"/>
            <a:ext cx="4375412" cy="435133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D628C31-A0E6-823A-FDBC-76635D374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191" y="2436963"/>
            <a:ext cx="440595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270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73</Words>
  <Application>Microsoft Office PowerPoint</Application>
  <PresentationFormat>Panorámica</PresentationFormat>
  <Paragraphs>7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de Office</vt:lpstr>
      <vt:lpstr>Introduccion a las redes (CCNA1)</vt:lpstr>
      <vt:lpstr>Comando ipconfig</vt:lpstr>
      <vt:lpstr>Comando ipconfig /all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Introduccion a las redes (CCNA1)</dc:title>
  <dc:creator>Luis Reyes</dc:creator>
  <cp:lastModifiedBy>Emmanuel Santos</cp:lastModifiedBy>
  <cp:revision>7</cp:revision>
  <dcterms:created xsi:type="dcterms:W3CDTF">2026-01-19T16:27:51Z</dcterms:created>
  <dcterms:modified xsi:type="dcterms:W3CDTF">2026-01-20T22:48:46Z</dcterms:modified>
</cp:coreProperties>
</file>