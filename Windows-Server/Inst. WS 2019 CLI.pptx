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9" r:id="rId7"/>
    <p:sldId id="270" r:id="rId8"/>
    <p:sldId id="271" r:id="rId9"/>
    <p:sldId id="272" r:id="rId10"/>
    <p:sldId id="276" r:id="rId11"/>
    <p:sldId id="275" r:id="rId12"/>
    <p:sldId id="277" r:id="rId13"/>
    <p:sldId id="278" r:id="rId14"/>
    <p:sldId id="279" r:id="rId15"/>
    <p:sldId id="280" r:id="rId16"/>
    <p:sldId id="274" r:id="rId1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90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702810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6801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DO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lchecho3000-blip/Ciberseguridad-bootcamp/tree/main/Windows-Serve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439100" y="2616591"/>
            <a:ext cx="11525100" cy="37660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Participante: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Luis Ramon Reyes </a:t>
            </a:r>
            <a:r>
              <a:rPr lang="es-DO" dirty="0" err="1">
                <a:latin typeface="Verdana"/>
                <a:ea typeface="Verdana"/>
                <a:cs typeface="Verdana"/>
                <a:sym typeface="Verdana"/>
              </a:rPr>
              <a:t>Volquez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Facilitador: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Kevin Feliz Henríquez </a:t>
            </a:r>
          </a:p>
          <a:p>
            <a:pPr mar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Técnico: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Ciberseguridad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Módulo: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Instalación y seguridad de Windows Server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Actividad: </a:t>
            </a:r>
            <a:r>
              <a:rPr lang="es-ES" dirty="0">
                <a:latin typeface="Verdana"/>
                <a:ea typeface="Verdana"/>
                <a:cs typeface="Verdana"/>
                <a:sym typeface="Verdana"/>
              </a:rPr>
              <a:t>Instalación de Windows Server 2019 (CLI)</a:t>
            </a:r>
            <a:endParaRPr lang="es-DO" b="1" dirty="0"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Descripción: </a:t>
            </a:r>
            <a:r>
              <a:rPr lang="es-DO" dirty="0">
                <a:latin typeface="Verdana"/>
                <a:ea typeface="Verdana"/>
                <a:cs typeface="Verdana"/>
                <a:sym typeface="Verdana"/>
              </a:rPr>
              <a:t>Este es un paso a paso de como instalar el WS 2019 sin entornos gráficos.</a:t>
            </a:r>
          </a:p>
          <a:p>
            <a:pPr marL="0" lvl="0" indent="0" algn="l"/>
            <a:r>
              <a:rPr lang="es-DO" b="1" dirty="0">
                <a:latin typeface="Verdana"/>
                <a:ea typeface="Verdana"/>
                <a:cs typeface="Verdana"/>
                <a:sym typeface="Verdana"/>
              </a:rPr>
              <a:t>Link de </a:t>
            </a:r>
            <a:r>
              <a:rPr lang="es-DO" b="1">
                <a:latin typeface="Verdana"/>
                <a:ea typeface="Verdana"/>
                <a:cs typeface="Verdana"/>
                <a:sym typeface="Verdana"/>
              </a:rPr>
              <a:t>GitHub: </a:t>
            </a:r>
            <a:r>
              <a:rPr lang="es-DO" b="1"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https://github.com/elchecho3000-blip/Ciberseguridad-bootcamp/tree/main/Windows-Server</a:t>
            </a:r>
            <a:endParaRPr dirty="0"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97708" y="575670"/>
            <a:ext cx="2342695" cy="1700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94965" y="1077057"/>
            <a:ext cx="3631925" cy="69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449830" y="1233488"/>
            <a:ext cx="7292340" cy="457200"/>
          </a:xfrm>
        </p:spPr>
        <p:txBody>
          <a:bodyPr>
            <a:normAutofit fontScale="90000"/>
          </a:bodyPr>
          <a:lstStyle/>
          <a:p>
            <a:r>
              <a:rPr lang="es-DO" sz="3100" dirty="0"/>
              <a:t>Luego de crear la máquina virtual </a:t>
            </a:r>
            <a:r>
              <a:rPr lang="es-ES" sz="3100" dirty="0"/>
              <a:t>la iniciamos seleccionándola y luego cliqueamos en “Iniciar”.</a:t>
            </a:r>
            <a:br>
              <a:rPr lang="es-DO" dirty="0"/>
            </a:br>
            <a:endParaRPr lang="es-DO" dirty="0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F1079CB-4718-9E01-1C7E-3837DD9AFA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0270" y="1690688"/>
            <a:ext cx="5809171" cy="4564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973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99110" y="1825624"/>
            <a:ext cx="4210050" cy="4552315"/>
          </a:xfrm>
        </p:spPr>
        <p:txBody>
          <a:bodyPr>
            <a:normAutofit/>
          </a:bodyPr>
          <a:lstStyle/>
          <a:p>
            <a:r>
              <a:rPr lang="es-DO" sz="2800" dirty="0"/>
              <a:t>Luego de cargar nos aparecerá esta ventana en la cual podemos modificar el idioma, hora y estilo de teclado, modificamos lo deseado y </a:t>
            </a:r>
            <a:r>
              <a:rPr lang="es-DO" sz="2800" dirty="0" err="1"/>
              <a:t>clickeamos</a:t>
            </a:r>
            <a:r>
              <a:rPr lang="es-DO" sz="2800" dirty="0"/>
              <a:t> en “</a:t>
            </a:r>
            <a:r>
              <a:rPr lang="es-DO" sz="2800" dirty="0" err="1"/>
              <a:t>next</a:t>
            </a:r>
            <a:r>
              <a:rPr lang="es-DO" sz="2800" dirty="0"/>
              <a:t>”.</a:t>
            </a:r>
            <a:br>
              <a:rPr lang="es-DO" dirty="0"/>
            </a:br>
            <a:endParaRPr lang="es-D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09C27A3-A7AA-1E7D-33AE-C1C402C78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211945"/>
            <a:ext cx="6163535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477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964180" y="933926"/>
            <a:ext cx="6797040" cy="1212215"/>
          </a:xfrm>
        </p:spPr>
        <p:txBody>
          <a:bodyPr>
            <a:normAutofit/>
          </a:bodyPr>
          <a:lstStyle/>
          <a:p>
            <a:r>
              <a:rPr lang="es-DO" sz="2800" dirty="0"/>
              <a:t>En esta ventana presionamos “</a:t>
            </a:r>
            <a:r>
              <a:rPr lang="es-DO" sz="2800" dirty="0" err="1"/>
              <a:t>Install</a:t>
            </a:r>
            <a:r>
              <a:rPr lang="es-DO" sz="2800" dirty="0"/>
              <a:t> </a:t>
            </a:r>
            <a:r>
              <a:rPr lang="es-DO" sz="2800" dirty="0" err="1"/>
              <a:t>now</a:t>
            </a:r>
            <a:r>
              <a:rPr lang="es-DO" sz="2800" dirty="0"/>
              <a:t>”.</a:t>
            </a:r>
            <a:br>
              <a:rPr lang="es-DO" dirty="0"/>
            </a:br>
            <a:endParaRPr lang="es-D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166440D-62B8-0B59-15C2-45D611E1B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4180" y="1540033"/>
            <a:ext cx="6144482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67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06236" y="1219200"/>
            <a:ext cx="3390900" cy="4846955"/>
          </a:xfrm>
        </p:spPr>
        <p:txBody>
          <a:bodyPr>
            <a:normAutofit/>
          </a:bodyPr>
          <a:lstStyle/>
          <a:p>
            <a:r>
              <a:rPr lang="es-DO" sz="2800" dirty="0"/>
              <a:t>Como queremos instalar la versión sin entorno grafico elegimos la versión “Standard </a:t>
            </a:r>
            <a:r>
              <a:rPr lang="es-DO" sz="2800" dirty="0" err="1"/>
              <a:t>Evalution</a:t>
            </a:r>
            <a:r>
              <a:rPr lang="es-DO" sz="2800" dirty="0"/>
              <a:t>” y luego “</a:t>
            </a:r>
            <a:r>
              <a:rPr lang="es-DO" sz="2800" dirty="0" err="1"/>
              <a:t>Next</a:t>
            </a:r>
            <a:r>
              <a:rPr lang="es-DO" sz="2800" dirty="0"/>
              <a:t>”.</a:t>
            </a:r>
            <a:br>
              <a:rPr lang="es-DO" dirty="0"/>
            </a:br>
            <a:endParaRPr lang="es-D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DFDB286-C855-AA10-3D12-9EA9BD7B0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136" y="1138084"/>
            <a:ext cx="6211167" cy="49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70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01C56A67-3C54-81B2-29D2-5440F8FC9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85" y="1479586"/>
            <a:ext cx="6125430" cy="4915586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9AF5723A-9A43-AD16-2819-00E5182242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630" y="455454"/>
            <a:ext cx="7316470" cy="1325563"/>
          </a:xfrm>
        </p:spPr>
        <p:txBody>
          <a:bodyPr>
            <a:normAutofit/>
          </a:bodyPr>
          <a:lstStyle/>
          <a:p>
            <a:r>
              <a:rPr lang="es-DO" sz="2800" dirty="0"/>
              <a:t>Marcamos la casilla “I </a:t>
            </a:r>
            <a:r>
              <a:rPr lang="es-DO" sz="2800" dirty="0" err="1"/>
              <a:t>accept</a:t>
            </a:r>
            <a:r>
              <a:rPr lang="es-DO" sz="2800" dirty="0"/>
              <a:t> </a:t>
            </a:r>
            <a:r>
              <a:rPr lang="es-DO" sz="2800" dirty="0" err="1"/>
              <a:t>the</a:t>
            </a:r>
            <a:r>
              <a:rPr lang="es-DO" sz="2800" dirty="0"/>
              <a:t> </a:t>
            </a:r>
            <a:r>
              <a:rPr lang="es-DO" sz="2800" dirty="0" err="1"/>
              <a:t>license</a:t>
            </a:r>
            <a:r>
              <a:rPr lang="es-DO" sz="2800" dirty="0"/>
              <a:t> </a:t>
            </a:r>
            <a:r>
              <a:rPr lang="es-DO" sz="2800" dirty="0" err="1"/>
              <a:t>terms</a:t>
            </a:r>
            <a:r>
              <a:rPr lang="es-DO" sz="2800" dirty="0"/>
              <a:t>”.</a:t>
            </a:r>
          </a:p>
        </p:txBody>
      </p:sp>
    </p:spTree>
    <p:extLst>
      <p:ext uri="{BB962C8B-B14F-4D97-AF65-F5344CB8AC3E}">
        <p14:creationId xmlns:p14="http://schemas.microsoft.com/office/powerpoint/2010/main" val="4247750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60B4BEC-F3A1-8FAD-7ED4-03E14C37C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130" y="1559798"/>
            <a:ext cx="6134956" cy="4944165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F600D182-5F9A-27DA-D6E7-FADFBAC34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130" y="845185"/>
            <a:ext cx="6454140" cy="1429226"/>
          </a:xfrm>
        </p:spPr>
        <p:txBody>
          <a:bodyPr>
            <a:normAutofit/>
          </a:bodyPr>
          <a:lstStyle/>
          <a:p>
            <a:r>
              <a:rPr lang="es-DO" sz="2800" dirty="0"/>
              <a:t>Luego seleccionamos la opción “</a:t>
            </a:r>
            <a:r>
              <a:rPr lang="es-DO" sz="2800" dirty="0" err="1"/>
              <a:t>Custom</a:t>
            </a:r>
            <a:r>
              <a:rPr lang="es-DO" sz="2800" dirty="0"/>
              <a:t>”. </a:t>
            </a:r>
            <a:br>
              <a:rPr lang="es-DO" dirty="0"/>
            </a:b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5001868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CFDC053-A2C4-B88E-427A-909A5ECD8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380" y="975970"/>
            <a:ext cx="6134956" cy="490606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6932CF3C-A017-6B82-48AD-AC34968B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6780" y="1256348"/>
            <a:ext cx="4419600" cy="5189855"/>
          </a:xfrm>
        </p:spPr>
        <p:txBody>
          <a:bodyPr>
            <a:normAutofit/>
          </a:bodyPr>
          <a:lstStyle/>
          <a:p>
            <a:r>
              <a:rPr lang="es-DO" sz="3100" dirty="0"/>
              <a:t>En la ventana siguiente seleccionamos la unidad donde se instalará y le asignamos la cantidad de memoria que utilizaremos, </a:t>
            </a:r>
            <a:r>
              <a:rPr lang="es-DO" sz="3100" dirty="0" err="1"/>
              <a:t>clickeamos</a:t>
            </a:r>
            <a:r>
              <a:rPr lang="es-DO" sz="3100" dirty="0"/>
              <a:t> en “</a:t>
            </a:r>
            <a:r>
              <a:rPr lang="es-DO" sz="3100" dirty="0" err="1"/>
              <a:t>Apply</a:t>
            </a:r>
            <a:r>
              <a:rPr lang="es-DO" sz="3100" dirty="0"/>
              <a:t>” y luego en “</a:t>
            </a:r>
            <a:r>
              <a:rPr lang="es-DO" sz="3100" dirty="0" err="1"/>
              <a:t>Next</a:t>
            </a:r>
            <a:r>
              <a:rPr lang="es-DO" sz="3100" dirty="0"/>
              <a:t>”.</a:t>
            </a:r>
            <a:br>
              <a:rPr lang="es-DO" dirty="0"/>
            </a:b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804637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A9A1D168-592B-04F5-9569-D01E831896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4771" y="1771598"/>
            <a:ext cx="5643469" cy="4499051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C6D0C31D-1FB5-F190-C124-7B84EF091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1028065"/>
            <a:ext cx="5859780" cy="1097915"/>
          </a:xfrm>
        </p:spPr>
        <p:txBody>
          <a:bodyPr/>
          <a:lstStyle/>
          <a:p>
            <a:r>
              <a:rPr lang="es-DO" sz="2800" dirty="0"/>
              <a:t>En este cuadro </a:t>
            </a:r>
            <a:r>
              <a:rPr lang="es-DO" sz="2800" dirty="0" err="1"/>
              <a:t>clickeamos</a:t>
            </a:r>
            <a:r>
              <a:rPr lang="es-DO" sz="2800" dirty="0"/>
              <a:t> en “Ok”.</a:t>
            </a:r>
            <a:br>
              <a:rPr lang="es-DO" dirty="0"/>
            </a:br>
            <a:endParaRPr lang="es-DO" dirty="0"/>
          </a:p>
        </p:txBody>
      </p:sp>
    </p:spTree>
    <p:extLst>
      <p:ext uri="{BB962C8B-B14F-4D97-AF65-F5344CB8AC3E}">
        <p14:creationId xmlns:p14="http://schemas.microsoft.com/office/powerpoint/2010/main" val="34437354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AA9D6F67-A6B0-CDB2-2BEA-FA2138791F41}"/>
              </a:ext>
            </a:extLst>
          </p:cNvPr>
          <p:cNvSpPr txBox="1">
            <a:spLocks/>
          </p:cNvSpPr>
          <p:nvPr/>
        </p:nvSpPr>
        <p:spPr>
          <a:xfrm>
            <a:off x="815340" y="2374265"/>
            <a:ext cx="4099560" cy="3592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114300" indent="0">
              <a:buFont typeface="Arial"/>
              <a:buNone/>
            </a:pPr>
            <a:r>
              <a:rPr lang="es-DO" dirty="0"/>
              <a:t>Luego se crearán otras unidades, seleccionaremos la que tenga mayor cantidad de tamaño y </a:t>
            </a:r>
            <a:r>
              <a:rPr lang="es-DO" dirty="0" err="1"/>
              <a:t>clickeamos</a:t>
            </a:r>
            <a:r>
              <a:rPr lang="es-DO" dirty="0"/>
              <a:t> en “Next”.</a:t>
            </a:r>
          </a:p>
          <a:p>
            <a:endParaRPr lang="es-D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1D2A2FD-28F5-6B96-7130-E1C386025D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4900" y="985496"/>
            <a:ext cx="6163535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017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3817BC6F-4599-01EF-B1F7-84B346A49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9469" y="1295054"/>
            <a:ext cx="6173061" cy="4953691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17AD080-79C9-FDC8-95AD-749F94A4A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9920" y="285115"/>
            <a:ext cx="6248400" cy="1325563"/>
          </a:xfrm>
        </p:spPr>
        <p:txBody>
          <a:bodyPr>
            <a:normAutofit/>
          </a:bodyPr>
          <a:lstStyle/>
          <a:p>
            <a:r>
              <a:rPr lang="es-DO" sz="2800" dirty="0"/>
              <a:t>Esperamos a que termine la instalación.</a:t>
            </a:r>
          </a:p>
        </p:txBody>
      </p:sp>
    </p:spTree>
    <p:extLst>
      <p:ext uri="{BB962C8B-B14F-4D97-AF65-F5344CB8AC3E}">
        <p14:creationId xmlns:p14="http://schemas.microsoft.com/office/powerpoint/2010/main" val="1018223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texto 2">
            <a:extLst>
              <a:ext uri="{FF2B5EF4-FFF2-40B4-BE49-F238E27FC236}">
                <a16:creationId xmlns:a16="http://schemas.microsoft.com/office/drawing/2014/main" id="{DDC23307-63A3-8DFA-16E4-A0B3526B03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62462" y="1962785"/>
            <a:ext cx="5181600" cy="4351338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s-ES" dirty="0"/>
              <a:t>Luego de terminar la instalación se reiniciará y aparecerá esta pantalla en la cual tendremos que seleccionar la opción “Ok” y presionar la tecla </a:t>
            </a:r>
            <a:r>
              <a:rPr lang="es-ES" dirty="0" err="1"/>
              <a:t>enter</a:t>
            </a:r>
            <a:r>
              <a:rPr lang="es-ES" dirty="0"/>
              <a:t> en el teclado. </a:t>
            </a:r>
            <a:endParaRPr lang="es-D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7A075A8-DCB8-D91B-AD62-AA107CEA3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4582" y="975970"/>
            <a:ext cx="6134956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2930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664A4C5-5E6C-AC68-FE5C-EF66A30A9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328160" cy="4351338"/>
          </a:xfrm>
        </p:spPr>
        <p:txBody>
          <a:bodyPr/>
          <a:lstStyle/>
          <a:p>
            <a:pPr marL="114300" indent="0">
              <a:buNone/>
            </a:pPr>
            <a:r>
              <a:rPr lang="es-ES" dirty="0"/>
              <a:t>Nos aparecerá esta pantalla para colocar una contraseña (la cual no puede ser sencilla), repetirla y luego presionar la tecla “</a:t>
            </a:r>
            <a:r>
              <a:rPr lang="es-ES" dirty="0" err="1"/>
              <a:t>Enter</a:t>
            </a:r>
            <a:r>
              <a:rPr lang="es-ES" dirty="0"/>
              <a:t>”.</a:t>
            </a:r>
            <a:endParaRPr lang="es-D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CB3B391-11C0-E61A-4D99-0774474A7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5992" y="956917"/>
            <a:ext cx="6163535" cy="494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251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F23A5D1-C93C-2CC6-1259-DDE2ED57DE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4168140" cy="4351338"/>
          </a:xfrm>
        </p:spPr>
        <p:txBody>
          <a:bodyPr/>
          <a:lstStyle/>
          <a:p>
            <a:pPr marL="114300" indent="0">
              <a:buNone/>
            </a:pPr>
            <a:r>
              <a:rPr lang="es-DO" dirty="0"/>
              <a:t>Luego nos dirá que cambiamos la contraseña y </a:t>
            </a:r>
            <a:r>
              <a:rPr lang="es-ES" dirty="0"/>
              <a:t>presionamos la tecla “</a:t>
            </a:r>
            <a:r>
              <a:rPr lang="es-ES" dirty="0" err="1"/>
              <a:t>Enter</a:t>
            </a:r>
            <a:r>
              <a:rPr lang="es-ES" dirty="0"/>
              <a:t>”.</a:t>
            </a:r>
            <a:endParaRPr lang="es-DO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823A298-BE8C-A7DA-AB5D-5B7C27825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6929" y="971207"/>
            <a:ext cx="6173061" cy="4915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7891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6423E5-10A0-0EE8-65A3-8AFCF6AB28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119285"/>
            <a:ext cx="3870960" cy="3180715"/>
          </a:xfrm>
        </p:spPr>
        <p:txBody>
          <a:bodyPr/>
          <a:lstStyle/>
          <a:p>
            <a:pPr marL="114300" indent="0">
              <a:buNone/>
            </a:pPr>
            <a:r>
              <a:rPr lang="es-DO" dirty="0"/>
              <a:t>Y con esto ya tenemos todo listo para utilizar nuestro Windows Server CLI al observar que tenemos listo el CMD.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83B028D-E939-4E9A-74FE-330A101C1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1212" y="1242324"/>
            <a:ext cx="6182588" cy="493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712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9F1963F4-6233-787C-3C93-FB684C4B2576}"/>
              </a:ext>
            </a:extLst>
          </p:cNvPr>
          <p:cNvSpPr txBox="1"/>
          <p:nvPr/>
        </p:nvSpPr>
        <p:spPr>
          <a:xfrm>
            <a:off x="3048000" y="3059668"/>
            <a:ext cx="60960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4300" indent="0">
              <a:buNone/>
            </a:pPr>
            <a:r>
              <a:rPr lang="es-ES" dirty="0"/>
              <a:t>En esta practica pude aprender a instalar el Windows Server 2019 CLI (sin entorno grafico) a través de </a:t>
            </a:r>
            <a:r>
              <a:rPr lang="es-DO" dirty="0"/>
              <a:t>Virtual Box, también a establecer los requisitos mínimos para hacer funcionar dicha instalación. 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243931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359</Words>
  <Application>Microsoft Office PowerPoint</Application>
  <PresentationFormat>Panorámica</PresentationFormat>
  <Paragraphs>22</Paragraphs>
  <Slides>16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Verdana</vt:lpstr>
      <vt:lpstr>Tema de Office</vt:lpstr>
      <vt:lpstr>Presentación de PowerPoint</vt:lpstr>
      <vt:lpstr>Luego de crear la máquina virtual la iniciamos seleccionándola y luego cliqueamos en “Iniciar”. </vt:lpstr>
      <vt:lpstr>Luego de cargar nos aparecerá esta ventana en la cual podemos modificar el idioma, hora y estilo de teclado, modificamos lo deseado y clickeamos en “next”. </vt:lpstr>
      <vt:lpstr>En esta ventana presionamos “Install now”. </vt:lpstr>
      <vt:lpstr>Como queremos instalar la versión sin entorno grafico elegimos la versión “Standard Evalution” y luego “Next”. </vt:lpstr>
      <vt:lpstr>Marcamos la casilla “I accept the license terms”.</vt:lpstr>
      <vt:lpstr>Luego seleccionamos la opción “Custom”.  </vt:lpstr>
      <vt:lpstr>En la ventana siguiente seleccionamos la unidad donde se instalará y le asignamos la cantidad de memoria que utilizaremos, clickeamos en “Apply” y luego en “Next”. </vt:lpstr>
      <vt:lpstr>En este cuadro clickeamos en “Ok”. </vt:lpstr>
      <vt:lpstr>Presentación de PowerPoint</vt:lpstr>
      <vt:lpstr>Esperamos a que termine la instalación.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Luis Reyes</dc:creator>
  <cp:lastModifiedBy>Luis Reyes Volquez</cp:lastModifiedBy>
  <cp:revision>6</cp:revision>
  <dcterms:modified xsi:type="dcterms:W3CDTF">2026-04-19T00:42:51Z</dcterms:modified>
</cp:coreProperties>
</file>