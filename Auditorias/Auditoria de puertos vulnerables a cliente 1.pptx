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05840" y="3543980"/>
            <a:ext cx="10236926" cy="1001894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Auditoria de </a:t>
            </a:r>
            <a:r>
              <a:rPr lang="es-ES" dirty="0"/>
              <a:t>p</a:t>
            </a:r>
            <a:r>
              <a:rPr lang="es-ES" dirty="0" smtClean="0"/>
              <a:t>uertos vulnerables</a:t>
            </a:r>
            <a:br>
              <a:rPr lang="es-ES" dirty="0" smtClean="0"/>
            </a:b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52303" y="3840797"/>
            <a:ext cx="9144000" cy="408259"/>
          </a:xfrm>
        </p:spPr>
        <p:txBody>
          <a:bodyPr>
            <a:normAutofit lnSpcReduction="10000"/>
          </a:bodyPr>
          <a:lstStyle/>
          <a:p>
            <a:r>
              <a:rPr lang="es-ES" b="1" dirty="0" smtClean="0"/>
              <a:t>Luis </a:t>
            </a:r>
            <a:r>
              <a:rPr lang="es-ES" b="1" dirty="0"/>
              <a:t>Reyes </a:t>
            </a:r>
            <a:r>
              <a:rPr lang="es-ES" b="1" dirty="0" err="1"/>
              <a:t>Volquez</a:t>
            </a:r>
            <a:endParaRPr lang="es-ES" b="1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01499" y="2105705"/>
            <a:ext cx="4018695" cy="4351338"/>
          </a:xfrm>
        </p:spPr>
        <p:txBody>
          <a:bodyPr/>
          <a:lstStyle/>
          <a:p>
            <a:r>
              <a:rPr lang="es-DO" dirty="0"/>
              <a:t>En primer lugar </a:t>
            </a:r>
            <a:r>
              <a:rPr lang="es-DO" dirty="0" smtClean="0"/>
              <a:t>buscamos </a:t>
            </a:r>
            <a:r>
              <a:rPr lang="es-DO" dirty="0"/>
              <a:t>la </a:t>
            </a:r>
            <a:r>
              <a:rPr lang="es-DO" dirty="0" err="1"/>
              <a:t>ip</a:t>
            </a:r>
            <a:r>
              <a:rPr lang="es-DO" dirty="0"/>
              <a:t> del auditor, la mascara de red y la </a:t>
            </a:r>
            <a:r>
              <a:rPr lang="es-DO" dirty="0" err="1"/>
              <a:t>ip</a:t>
            </a:r>
            <a:r>
              <a:rPr lang="es-DO" dirty="0"/>
              <a:t> de </a:t>
            </a:r>
            <a:r>
              <a:rPr lang="es-DO" dirty="0" smtClean="0"/>
              <a:t>difusión para </a:t>
            </a:r>
            <a:r>
              <a:rPr lang="es-DO" dirty="0" err="1" smtClean="0"/>
              <a:t>asi</a:t>
            </a:r>
            <a:r>
              <a:rPr lang="es-DO" dirty="0" smtClean="0"/>
              <a:t> determinar la </a:t>
            </a:r>
            <a:r>
              <a:rPr lang="es-DO" dirty="0" err="1" smtClean="0"/>
              <a:t>ip</a:t>
            </a:r>
            <a:r>
              <a:rPr lang="es-DO" dirty="0" smtClean="0"/>
              <a:t> de id de la red y su prefijo.</a:t>
            </a:r>
            <a:endParaRPr lang="es-DO" dirty="0"/>
          </a:p>
        </p:txBody>
      </p:sp>
      <p:pic>
        <p:nvPicPr>
          <p:cNvPr id="11" name="Marcador de contenido 10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1452" y="2105705"/>
            <a:ext cx="6705302" cy="3748778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6296297" y="2664823"/>
            <a:ext cx="757646" cy="130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5" name="Rectángulo redondeado 14"/>
          <p:cNvSpPr/>
          <p:nvPr/>
        </p:nvSpPr>
        <p:spPr>
          <a:xfrm>
            <a:off x="7889965" y="2664823"/>
            <a:ext cx="1123406" cy="130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7" name="Rectángulo redondeado 16"/>
          <p:cNvSpPr/>
          <p:nvPr/>
        </p:nvSpPr>
        <p:spPr>
          <a:xfrm>
            <a:off x="10021239" y="2664823"/>
            <a:ext cx="757646" cy="130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6669" cy="1325563"/>
          </a:xfrm>
        </p:spPr>
        <p:txBody>
          <a:bodyPr/>
          <a:lstStyle/>
          <a:p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69767" y="365125"/>
            <a:ext cx="7137764" cy="2218101"/>
          </a:xfrm>
        </p:spPr>
        <p:txBody>
          <a:bodyPr>
            <a:normAutofit/>
          </a:bodyPr>
          <a:lstStyle/>
          <a:p>
            <a:r>
              <a:rPr lang="es-DO" sz="3200" dirty="0" smtClean="0"/>
              <a:t>Continuamos haciendo un escaneo de todos los dispositivos activos en la red.</a:t>
            </a:r>
            <a:endParaRPr lang="es-DO" sz="3200" dirty="0"/>
          </a:p>
        </p:txBody>
      </p:sp>
      <p:pic>
        <p:nvPicPr>
          <p:cNvPr id="13" name="Image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421641" y="2859654"/>
            <a:ext cx="6307909" cy="3188449"/>
          </a:xfrm>
          <a:prstGeom prst="rect">
            <a:avLst/>
          </a:prstGeom>
        </p:spPr>
      </p:pic>
      <p:pic>
        <p:nvPicPr>
          <p:cNvPr id="15" name="Marcador de contenido 10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29550" y="2359970"/>
            <a:ext cx="5181600" cy="3688133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5381897" y="3304903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7" name="Rectángulo redondeado 16"/>
          <p:cNvSpPr/>
          <p:nvPr/>
        </p:nvSpPr>
        <p:spPr>
          <a:xfrm>
            <a:off x="472439" y="4139859"/>
            <a:ext cx="794657" cy="11505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9" name="Rectángulo redondeado 18"/>
          <p:cNvSpPr/>
          <p:nvPr/>
        </p:nvSpPr>
        <p:spPr>
          <a:xfrm>
            <a:off x="8225246" y="2608218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1" name="Rectángulo redondeado 20"/>
          <p:cNvSpPr/>
          <p:nvPr/>
        </p:nvSpPr>
        <p:spPr>
          <a:xfrm>
            <a:off x="9056914" y="2897731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2" name="Rectángulo redondeado 21"/>
          <p:cNvSpPr/>
          <p:nvPr/>
        </p:nvSpPr>
        <p:spPr>
          <a:xfrm>
            <a:off x="8421189" y="3800283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3" name="Rectángulo redondeado 22"/>
          <p:cNvSpPr/>
          <p:nvPr/>
        </p:nvSpPr>
        <p:spPr>
          <a:xfrm>
            <a:off x="8421189" y="4218293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5" name="Rectángulo redondeado 24"/>
          <p:cNvSpPr/>
          <p:nvPr/>
        </p:nvSpPr>
        <p:spPr>
          <a:xfrm>
            <a:off x="8377646" y="4646597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6" name="Rectángulo redondeado 25"/>
          <p:cNvSpPr/>
          <p:nvPr/>
        </p:nvSpPr>
        <p:spPr>
          <a:xfrm>
            <a:off x="8421189" y="5094517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7" name="Rectángulo redondeado 26"/>
          <p:cNvSpPr/>
          <p:nvPr/>
        </p:nvSpPr>
        <p:spPr>
          <a:xfrm flipV="1">
            <a:off x="8421189" y="5512527"/>
            <a:ext cx="731520" cy="117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8" name="Rectángulo redondeado 27"/>
          <p:cNvSpPr/>
          <p:nvPr/>
        </p:nvSpPr>
        <p:spPr>
          <a:xfrm>
            <a:off x="8377646" y="3361542"/>
            <a:ext cx="731520" cy="113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5505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16828" y="674654"/>
            <a:ext cx="9407331" cy="1420846"/>
          </a:xfrm>
        </p:spPr>
        <p:txBody>
          <a:bodyPr/>
          <a:lstStyle/>
          <a:p>
            <a:r>
              <a:rPr lang="es-DO" dirty="0" smtClean="0"/>
              <a:t>Finalizamos consiguiendo todos los puertos abiertos de cada </a:t>
            </a:r>
            <a:r>
              <a:rPr lang="es-DO" dirty="0" err="1" smtClean="0"/>
              <a:t>ip</a:t>
            </a:r>
            <a:r>
              <a:rPr lang="es-DO" dirty="0" smtClean="0"/>
              <a:t> y también el servicio que se ejecuta por dicho puerto.</a:t>
            </a:r>
            <a:endParaRPr lang="es-DO" dirty="0"/>
          </a:p>
        </p:txBody>
      </p:sp>
      <p:pic>
        <p:nvPicPr>
          <p:cNvPr id="12" name="Marcador de contenido 11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1499" y="2850323"/>
            <a:ext cx="5181600" cy="3606720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>
          <a:blip r:embed="rId3"/>
          <a:stretch>
            <a:fillRect/>
          </a:stretch>
        </p:blipFill>
        <p:spPr>
          <a:xfrm>
            <a:off x="6413758" y="2483848"/>
            <a:ext cx="5400040" cy="3973195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768600" y="3073400"/>
            <a:ext cx="723900" cy="10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6" name="Rectángulo redondeado 5"/>
          <p:cNvSpPr/>
          <p:nvPr/>
        </p:nvSpPr>
        <p:spPr>
          <a:xfrm>
            <a:off x="2921000" y="4495800"/>
            <a:ext cx="762000" cy="172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5" name="Rectángulo redondeado 14"/>
          <p:cNvSpPr/>
          <p:nvPr/>
        </p:nvSpPr>
        <p:spPr>
          <a:xfrm>
            <a:off x="8732778" y="2743244"/>
            <a:ext cx="762000" cy="27812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7" name="Rectángulo redondeado 6"/>
          <p:cNvSpPr/>
          <p:nvPr/>
        </p:nvSpPr>
        <p:spPr>
          <a:xfrm>
            <a:off x="8547100" y="5676900"/>
            <a:ext cx="533400" cy="127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88818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rcador de contenido 14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1688" y="2396476"/>
            <a:ext cx="5181600" cy="3768436"/>
          </a:xfrm>
          <a:prstGeom prst="rect">
            <a:avLst/>
          </a:prstGeom>
        </p:spPr>
      </p:pic>
      <p:pic>
        <p:nvPicPr>
          <p:cNvPr id="17" name="Marcador de contenido 16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1402" y="1825625"/>
            <a:ext cx="4483196" cy="4351338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286000" y="3632200"/>
            <a:ext cx="495300" cy="114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1" name="Rectángulo redondeado 20"/>
          <p:cNvSpPr/>
          <p:nvPr/>
        </p:nvSpPr>
        <p:spPr>
          <a:xfrm>
            <a:off x="8248650" y="4432300"/>
            <a:ext cx="654050" cy="114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2" name="Rectángulo redondeado 21"/>
          <p:cNvSpPr/>
          <p:nvPr/>
        </p:nvSpPr>
        <p:spPr>
          <a:xfrm>
            <a:off x="2286000" y="5172724"/>
            <a:ext cx="495300" cy="114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1519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 dirty="0"/>
          </a:p>
        </p:txBody>
      </p:sp>
      <p:pic>
        <p:nvPicPr>
          <p:cNvPr id="12" name="Marcador de contenido 11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42814"/>
            <a:ext cx="5181600" cy="3516960"/>
          </a:xfrm>
          <a:prstGeom prst="rect">
            <a:avLst/>
          </a:prstGeom>
        </p:spPr>
      </p:pic>
      <p:pic>
        <p:nvPicPr>
          <p:cNvPr id="13" name="Marcador de contenido 12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87890"/>
            <a:ext cx="5181600" cy="3426808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946400" y="3098800"/>
            <a:ext cx="762000" cy="1041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6" name="Rectángulo redondeado 5"/>
          <p:cNvSpPr/>
          <p:nvPr/>
        </p:nvSpPr>
        <p:spPr>
          <a:xfrm>
            <a:off x="2298700" y="4279900"/>
            <a:ext cx="584200" cy="114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8" name="Rectángulo redondeado 7"/>
          <p:cNvSpPr/>
          <p:nvPr/>
        </p:nvSpPr>
        <p:spPr>
          <a:xfrm>
            <a:off x="8483600" y="2287890"/>
            <a:ext cx="673100" cy="55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9" name="Rectángulo redondeado 8"/>
          <p:cNvSpPr/>
          <p:nvPr/>
        </p:nvSpPr>
        <p:spPr>
          <a:xfrm>
            <a:off x="7658100" y="3009900"/>
            <a:ext cx="596900" cy="8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0" name="Rectángulo redondeado 9"/>
          <p:cNvSpPr/>
          <p:nvPr/>
        </p:nvSpPr>
        <p:spPr>
          <a:xfrm>
            <a:off x="6858000" y="4991100"/>
            <a:ext cx="584200" cy="10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43314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68</Words>
  <Application>Microsoft Office PowerPoint</Application>
  <PresentationFormat>Panorámica</PresentationFormat>
  <Paragraphs>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    Auditoria de puertos vulnerables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27</cp:revision>
  <dcterms:created xsi:type="dcterms:W3CDTF">2026-01-19T16:27:51Z</dcterms:created>
  <dcterms:modified xsi:type="dcterms:W3CDTF">2026-02-03T14:05:07Z</dcterms:modified>
</cp:coreProperties>
</file>