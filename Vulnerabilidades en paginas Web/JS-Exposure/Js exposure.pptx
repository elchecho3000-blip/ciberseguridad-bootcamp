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61" r:id="rId2"/>
    <p:sldId id="262" r:id="rId3"/>
    <p:sldId id="263" r:id="rId4"/>
    <p:sldId id="264" r:id="rId5"/>
    <p:sldId id="265" r:id="rId6"/>
    <p:sldId id="266" r:id="rId7"/>
    <p:sldId id="267" r:id="rId8"/>
    <p:sldId id="268" r:id="rId9"/>
    <p:sldId id="270" r:id="rId10"/>
    <p:sldId id="269" r:id="rId11"/>
  </p:sldIdLst>
  <p:sldSz cx="12192000" cy="6858000"/>
  <p:notesSz cx="6858000" cy="9144000"/>
  <p:defaultTextStyle>
    <a:defPPr>
      <a:defRPr lang="es-D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45" d="100"/>
          <a:sy n="45" d="100"/>
        </p:scale>
        <p:origin x="82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D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38860E-61B4-4EEF-ABAB-C0D4C68502A2}" type="datetimeFigureOut">
              <a:rPr lang="es-DO" smtClean="0"/>
              <a:t>7/4/2026</a:t>
            </a:fld>
            <a:endParaRPr lang="es-D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D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D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4C016F-4F10-40CA-8A61-A1787B77C805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1242384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607178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7/4/2026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4051202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7/4/2026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3793139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7/4/2026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584720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7/4/2026</a:t>
            </a:fld>
            <a:endParaRPr lang="es-D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2053707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7/4/2026</a:t>
            </a:fld>
            <a:endParaRPr lang="es-DO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3366611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7/4/2026</a:t>
            </a:fld>
            <a:endParaRPr lang="es-DO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1839501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7/4/2026</a:t>
            </a:fld>
            <a:endParaRPr lang="es-DO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498293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7/4/2026</a:t>
            </a:fld>
            <a:endParaRPr lang="es-D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17707712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DO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7/4/2026</a:t>
            </a:fld>
            <a:endParaRPr lang="es-D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6524006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7/4/2026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24902229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7/4/2026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1015817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E44027-968F-401B-AFAE-2A5FEC4A70B3}" type="datetimeFigureOut">
              <a:rPr lang="es-DO" smtClean="0"/>
              <a:t>7/4/2026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1486729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D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elchecho3000-blip/Ciberseguridad-bootcamp/tree/main/Vulnerabilidades%20en%20paginas%20Web/JS-Exposure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>
            <a:spLocks noGrp="1"/>
          </p:cNvSpPr>
          <p:nvPr>
            <p:ph type="subTitle" idx="1"/>
          </p:nvPr>
        </p:nvSpPr>
        <p:spPr>
          <a:xfrm>
            <a:off x="439100" y="2489200"/>
            <a:ext cx="11525100" cy="436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DO" b="1" dirty="0">
                <a:latin typeface="Verdana"/>
                <a:ea typeface="Verdana"/>
                <a:cs typeface="Verdana"/>
                <a:sym typeface="Verdana"/>
              </a:rPr>
              <a:t>Participante: </a:t>
            </a:r>
            <a:r>
              <a:rPr lang="es-DO" dirty="0">
                <a:latin typeface="Verdana"/>
                <a:ea typeface="Verdana"/>
                <a:cs typeface="Verdana"/>
                <a:sym typeface="Verdana"/>
              </a:rPr>
              <a:t>Luis Ramon Reyes Volquez</a:t>
            </a:r>
            <a:endParaRPr dirty="0">
              <a:latin typeface="Verdana"/>
              <a:ea typeface="Verdana"/>
              <a:cs typeface="Verdana"/>
              <a:sym typeface="Verdana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DO" b="1" dirty="0">
                <a:latin typeface="Verdana"/>
                <a:ea typeface="Verdana"/>
                <a:cs typeface="Verdana"/>
                <a:sym typeface="Verdana"/>
              </a:rPr>
              <a:t>Facilitador: </a:t>
            </a:r>
            <a:r>
              <a:rPr lang="es-DO" dirty="0">
                <a:latin typeface="Verdana"/>
                <a:ea typeface="Verdana"/>
                <a:cs typeface="Verdana"/>
                <a:sym typeface="Verdana"/>
              </a:rPr>
              <a:t>Kevin Feliz Henríquez </a:t>
            </a: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ES" b="1" dirty="0">
                <a:latin typeface="Verdana"/>
                <a:ea typeface="Verdana"/>
                <a:cs typeface="Verdana"/>
                <a:sym typeface="Verdana"/>
              </a:rPr>
              <a:t>Técnico: </a:t>
            </a:r>
            <a:r>
              <a:rPr lang="es-ES" dirty="0">
                <a:latin typeface="Verdana"/>
                <a:ea typeface="Verdana"/>
                <a:cs typeface="Verdana"/>
                <a:sym typeface="Verdana"/>
              </a:rPr>
              <a:t>Ciberseguridad</a:t>
            </a:r>
            <a:endParaRPr dirty="0">
              <a:latin typeface="Verdana"/>
              <a:ea typeface="Verdana"/>
              <a:cs typeface="Verdana"/>
              <a:sym typeface="Verdana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DO" b="1" dirty="0">
                <a:latin typeface="Verdana"/>
                <a:ea typeface="Verdana"/>
                <a:cs typeface="Verdana"/>
                <a:sym typeface="Verdana"/>
              </a:rPr>
              <a:t>Módulo: </a:t>
            </a:r>
            <a:r>
              <a:rPr lang="es-ES" dirty="0">
                <a:latin typeface="Verdana"/>
                <a:ea typeface="Verdana"/>
                <a:cs typeface="Verdana"/>
                <a:sym typeface="Verdana"/>
              </a:rPr>
              <a:t>Fundamentos de ciberseguridad</a:t>
            </a: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ES" b="1" dirty="0">
                <a:latin typeface="Verdana"/>
                <a:ea typeface="Verdana"/>
                <a:cs typeface="Verdana"/>
                <a:sym typeface="Verdana"/>
              </a:rPr>
              <a:t>Centro: </a:t>
            </a:r>
            <a:r>
              <a:rPr lang="es-ES" dirty="0" err="1">
                <a:latin typeface="Verdana"/>
                <a:ea typeface="Verdana"/>
                <a:cs typeface="Verdana"/>
                <a:sym typeface="Verdana"/>
              </a:rPr>
              <a:t>Cyberclass</a:t>
            </a:r>
            <a:endParaRPr dirty="0">
              <a:latin typeface="Verdana"/>
              <a:ea typeface="Verdana"/>
              <a:cs typeface="Verdana"/>
              <a:sym typeface="Verdana"/>
            </a:endParaRPr>
          </a:p>
          <a:p>
            <a:pPr lvl="0" algn="l">
              <a:buClr>
                <a:schemeClr val="dk1"/>
              </a:buClr>
              <a:buSzPts val="2400"/>
            </a:pPr>
            <a:r>
              <a:rPr lang="es-DO" b="1" dirty="0">
                <a:latin typeface="Verdana"/>
                <a:ea typeface="Verdana"/>
                <a:cs typeface="Verdana"/>
                <a:sym typeface="Verdana"/>
              </a:rPr>
              <a:t>Practica: </a:t>
            </a:r>
            <a:r>
              <a:rPr lang="es-DO" dirty="0">
                <a:latin typeface="Verdana"/>
                <a:ea typeface="Verdana"/>
                <a:cs typeface="Verdana"/>
                <a:sym typeface="Verdana"/>
              </a:rPr>
              <a:t>Reto</a:t>
            </a:r>
            <a:r>
              <a:rPr lang="es-DO" b="1" dirty="0">
                <a:latin typeface="Verdana"/>
                <a:ea typeface="Verdana"/>
                <a:cs typeface="Verdana"/>
                <a:sym typeface="Verdana"/>
              </a:rPr>
              <a:t> </a:t>
            </a:r>
            <a:r>
              <a:rPr lang="es-ES" dirty="0">
                <a:latin typeface="Verdana"/>
                <a:ea typeface="Verdana"/>
                <a:cs typeface="Verdana"/>
                <a:sym typeface="Verdana"/>
              </a:rPr>
              <a:t>#1 – </a:t>
            </a:r>
            <a:r>
              <a:rPr lang="es-DO" dirty="0">
                <a:latin typeface="Verdana" panose="020B0604030504040204" pitchFamily="34" charset="0"/>
                <a:ea typeface="Verdana" panose="020B0604030504040204" pitchFamily="34" charset="0"/>
              </a:rPr>
              <a:t>JS </a:t>
            </a:r>
            <a:r>
              <a:rPr lang="es-DO" dirty="0" err="1">
                <a:latin typeface="Verdana" panose="020B0604030504040204" pitchFamily="34" charset="0"/>
                <a:ea typeface="Verdana" panose="020B0604030504040204" pitchFamily="34" charset="0"/>
              </a:rPr>
              <a:t>Exposure</a:t>
            </a:r>
            <a:endParaRPr lang="es-DO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lvl="0" algn="l">
              <a:buClr>
                <a:schemeClr val="dk1"/>
              </a:buClr>
              <a:buSzPts val="2400"/>
            </a:pPr>
            <a:r>
              <a:rPr lang="es-DO" b="1" dirty="0">
                <a:latin typeface="Verdana"/>
                <a:ea typeface="Verdana"/>
                <a:cs typeface="Verdana"/>
                <a:sym typeface="Verdana"/>
              </a:rPr>
              <a:t>Descripción: </a:t>
            </a:r>
            <a:r>
              <a:rPr lang="es-DO" dirty="0">
                <a:latin typeface="Verdana"/>
                <a:ea typeface="Verdana"/>
                <a:cs typeface="Verdana"/>
                <a:sym typeface="Verdana"/>
              </a:rPr>
              <a:t>En esta practica encontraré una vulnerabilidad que deja expuesta las credenciales para el </a:t>
            </a:r>
            <a:r>
              <a:rPr lang="es-DO" dirty="0" err="1">
                <a:latin typeface="Verdana"/>
                <a:ea typeface="Verdana"/>
                <a:cs typeface="Verdana"/>
                <a:sym typeface="Verdana"/>
              </a:rPr>
              <a:t>logueo</a:t>
            </a:r>
            <a:r>
              <a:rPr lang="es-DO" dirty="0">
                <a:latin typeface="Verdana"/>
                <a:ea typeface="Verdana"/>
                <a:cs typeface="Verdana"/>
                <a:sym typeface="Verdana"/>
              </a:rPr>
              <a:t> de una pagina web</a:t>
            </a:r>
          </a:p>
        </p:txBody>
      </p:sp>
      <p:pic>
        <p:nvPicPr>
          <p:cNvPr id="86" name="Google Shape;8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4652" y="475372"/>
            <a:ext cx="2342695" cy="170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8515" y="373075"/>
            <a:ext cx="9535886" cy="1038565"/>
          </a:xfrm>
        </p:spPr>
        <p:txBody>
          <a:bodyPr>
            <a:normAutofit/>
          </a:bodyPr>
          <a:lstStyle/>
          <a:p>
            <a:r>
              <a:rPr lang="es-ES" sz="2400" b="1" dirty="0">
                <a:latin typeface="Verdana" panose="020B0604030504040204" pitchFamily="34" charset="0"/>
                <a:ea typeface="Verdana" panose="020B0604030504040204" pitchFamily="34" charset="0"/>
              </a:rPr>
              <a:t>En primer lugar accedemos a la pagina web a vulnerar 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6810" y="1411640"/>
            <a:ext cx="8999296" cy="451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6978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252065" y="862149"/>
            <a:ext cx="7687868" cy="737099"/>
          </a:xfrm>
        </p:spPr>
        <p:txBody>
          <a:bodyPr>
            <a:normAutofit/>
          </a:bodyPr>
          <a:lstStyle/>
          <a:p>
            <a:r>
              <a:rPr lang="es-ES" sz="2400" b="1" dirty="0">
                <a:latin typeface="Verdana" panose="020B0604030504040204" pitchFamily="34" charset="0"/>
                <a:ea typeface="Verdana" panose="020B0604030504040204" pitchFamily="34" charset="0"/>
              </a:rPr>
              <a:t>Agotamos probando credenciales genéricas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43959" y="1599248"/>
            <a:ext cx="810407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42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79118" y="1459864"/>
            <a:ext cx="8760038" cy="4351338"/>
          </a:xfrm>
          <a:prstGeom prst="rect">
            <a:avLst/>
          </a:prstGeom>
        </p:spPr>
      </p:pic>
      <p:sp>
        <p:nvSpPr>
          <p:cNvPr id="4" name="Título 1"/>
          <p:cNvSpPr>
            <a:spLocks noGrp="1"/>
          </p:cNvSpPr>
          <p:nvPr>
            <p:ph type="title"/>
          </p:nvPr>
        </p:nvSpPr>
        <p:spPr>
          <a:xfrm>
            <a:off x="3135085" y="604566"/>
            <a:ext cx="6048103" cy="571092"/>
          </a:xfrm>
        </p:spPr>
        <p:txBody>
          <a:bodyPr>
            <a:normAutofit/>
          </a:bodyPr>
          <a:lstStyle/>
          <a:p>
            <a:r>
              <a:rPr lang="es-ES" sz="2400" b="1" dirty="0">
                <a:latin typeface="Verdana" panose="020B0604030504040204" pitchFamily="34" charset="0"/>
                <a:ea typeface="Verdana" panose="020B0604030504040204" pitchFamily="34" charset="0"/>
              </a:rPr>
              <a:t>Inspeccionamos el botón “Entrar”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0404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81182" y="1382477"/>
            <a:ext cx="6629629" cy="4685421"/>
          </a:xfrm>
          <a:prstGeom prst="rect">
            <a:avLst/>
          </a:prstGeom>
        </p:spPr>
      </p:pic>
      <p:sp>
        <p:nvSpPr>
          <p:cNvPr id="4" name="Título 1"/>
          <p:cNvSpPr>
            <a:spLocks noGrp="1"/>
          </p:cNvSpPr>
          <p:nvPr>
            <p:ph type="title"/>
          </p:nvPr>
        </p:nvSpPr>
        <p:spPr>
          <a:xfrm>
            <a:off x="2869472" y="561068"/>
            <a:ext cx="6453051" cy="614589"/>
          </a:xfrm>
        </p:spPr>
        <p:txBody>
          <a:bodyPr>
            <a:normAutofit/>
          </a:bodyPr>
          <a:lstStyle/>
          <a:p>
            <a:r>
              <a:rPr lang="es-ES" sz="2400" b="1" dirty="0">
                <a:latin typeface="Verdana" panose="020B0604030504040204" pitchFamily="34" charset="0"/>
                <a:ea typeface="Verdana" panose="020B0604030504040204" pitchFamily="34" charset="0"/>
              </a:rPr>
              <a:t>Analizamos el código </a:t>
            </a:r>
            <a:r>
              <a:rPr lang="es-ES" sz="2400" b="1" dirty="0" err="1">
                <a:latin typeface="Verdana" panose="020B0604030504040204" pitchFamily="34" charset="0"/>
                <a:ea typeface="Verdana" panose="020B0604030504040204" pitchFamily="34" charset="0"/>
              </a:rPr>
              <a:t>html</a:t>
            </a:r>
            <a:r>
              <a:rPr lang="es-ES" sz="2400" b="1" dirty="0">
                <a:latin typeface="Verdana" panose="020B0604030504040204" pitchFamily="34" charset="0"/>
                <a:ea typeface="Verdana" panose="020B0604030504040204" pitchFamily="34" charset="0"/>
              </a:rPr>
              <a:t> del botón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2125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67074" y="1495046"/>
            <a:ext cx="7053991" cy="4711149"/>
          </a:xfrm>
          <a:prstGeom prst="rect">
            <a:avLst/>
          </a:prstGeom>
        </p:spPr>
      </p:pic>
      <p:sp>
        <p:nvSpPr>
          <p:cNvPr id="4" name="Título 1"/>
          <p:cNvSpPr>
            <a:spLocks noGrp="1"/>
          </p:cNvSpPr>
          <p:nvPr>
            <p:ph type="title"/>
          </p:nvPr>
        </p:nvSpPr>
        <p:spPr>
          <a:xfrm>
            <a:off x="895053" y="483325"/>
            <a:ext cx="10398034" cy="881093"/>
          </a:xfrm>
        </p:spPr>
        <p:txBody>
          <a:bodyPr>
            <a:normAutofit/>
          </a:bodyPr>
          <a:lstStyle/>
          <a:p>
            <a:r>
              <a:rPr lang="es-ES" sz="2400" b="1" dirty="0" err="1">
                <a:latin typeface="Verdana" panose="020B0604030504040204" pitchFamily="34" charset="0"/>
                <a:ea typeface="Verdana" panose="020B0604030504040204" pitchFamily="34" charset="0"/>
              </a:rPr>
              <a:t>Clickeamos</a:t>
            </a:r>
            <a:r>
              <a:rPr lang="es-ES" sz="2400" b="1" dirty="0">
                <a:latin typeface="Verdana" panose="020B0604030504040204" pitchFamily="34" charset="0"/>
                <a:ea typeface="Verdana" panose="020B0604030504040204" pitchFamily="34" charset="0"/>
              </a:rPr>
              <a:t> el script, analizamos la función en </a:t>
            </a:r>
            <a:r>
              <a:rPr lang="es-ES" sz="2400" b="1" dirty="0" err="1">
                <a:latin typeface="Verdana" panose="020B0604030504040204" pitchFamily="34" charset="0"/>
                <a:ea typeface="Verdana" panose="020B0604030504040204" pitchFamily="34" charset="0"/>
              </a:rPr>
              <a:t>Javascript</a:t>
            </a:r>
            <a:r>
              <a:rPr lang="es-ES" sz="2400" b="1" dirty="0">
                <a:latin typeface="Verdana" panose="020B0604030504040204" pitchFamily="34" charset="0"/>
                <a:ea typeface="Verdana" panose="020B0604030504040204" pitchFamily="34" charset="0"/>
              </a:rPr>
              <a:t> y vemos que contiene un usuario y una contraseña 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13551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12738" y="1298802"/>
            <a:ext cx="5366520" cy="4961331"/>
          </a:xfrm>
          <a:prstGeom prst="rect">
            <a:avLst/>
          </a:prstGeom>
        </p:spPr>
      </p:pic>
      <p:sp>
        <p:nvSpPr>
          <p:cNvPr id="4" name="Título 1"/>
          <p:cNvSpPr>
            <a:spLocks noGrp="1"/>
          </p:cNvSpPr>
          <p:nvPr>
            <p:ph type="title"/>
          </p:nvPr>
        </p:nvSpPr>
        <p:spPr>
          <a:xfrm>
            <a:off x="1021078" y="483325"/>
            <a:ext cx="10149840" cy="815477"/>
          </a:xfrm>
        </p:spPr>
        <p:txBody>
          <a:bodyPr>
            <a:normAutofit/>
          </a:bodyPr>
          <a:lstStyle/>
          <a:p>
            <a:r>
              <a:rPr lang="es-ES" sz="2400" b="1" dirty="0">
                <a:latin typeface="Verdana" panose="020B0604030504040204" pitchFamily="34" charset="0"/>
                <a:ea typeface="Verdana" panose="020B0604030504040204" pitchFamily="34" charset="0"/>
              </a:rPr>
              <a:t>Utilizamos dicha credencial para verificar si es la correcta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95136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95213" y="1294794"/>
            <a:ext cx="5801571" cy="5091175"/>
          </a:xfrm>
          <a:prstGeom prst="rect">
            <a:avLst/>
          </a:prstGeom>
        </p:spPr>
      </p:pic>
      <p:sp>
        <p:nvSpPr>
          <p:cNvPr id="4" name="Título 1"/>
          <p:cNvSpPr>
            <a:spLocks noGrp="1"/>
          </p:cNvSpPr>
          <p:nvPr>
            <p:ph type="title"/>
          </p:nvPr>
        </p:nvSpPr>
        <p:spPr>
          <a:xfrm>
            <a:off x="3823062" y="453191"/>
            <a:ext cx="4545874" cy="841603"/>
          </a:xfrm>
        </p:spPr>
        <p:txBody>
          <a:bodyPr>
            <a:normAutofit/>
          </a:bodyPr>
          <a:lstStyle/>
          <a:p>
            <a:r>
              <a:rPr lang="es-ES" sz="2400" b="1" dirty="0">
                <a:latin typeface="Verdana" panose="020B0604030504040204" pitchFamily="34" charset="0"/>
                <a:ea typeface="Verdana" panose="020B0604030504040204" pitchFamily="34" charset="0"/>
              </a:rPr>
              <a:t>Y listo, obtuvimos acceso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55303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2132511" y="2753088"/>
            <a:ext cx="7926977" cy="2445929"/>
          </a:xfrm>
        </p:spPr>
        <p:txBody>
          <a:bodyPr/>
          <a:lstStyle/>
          <a:p>
            <a:r>
              <a:rPr lang="es-DO" sz="2000" dirty="0">
                <a:latin typeface="Verdana" panose="020B0604030504040204" pitchFamily="34" charset="0"/>
                <a:ea typeface="Verdana" panose="020B0604030504040204" pitchFamily="34" charset="0"/>
              </a:rPr>
              <a:t>Usar F12 para acceder a las herramientas del navegador.</a:t>
            </a:r>
          </a:p>
          <a:p>
            <a:r>
              <a:rPr lang="es-DO" sz="2000" dirty="0">
                <a:latin typeface="Verdana" panose="020B0604030504040204" pitchFamily="34" charset="0"/>
                <a:ea typeface="Verdana" panose="020B0604030504040204" pitchFamily="34" charset="0"/>
              </a:rPr>
              <a:t>Usar herramientas del navegador web.</a:t>
            </a:r>
          </a:p>
          <a:p>
            <a:r>
              <a:rPr lang="es-DO" sz="2000" dirty="0">
                <a:latin typeface="Verdana" panose="020B0604030504040204" pitchFamily="34" charset="0"/>
                <a:ea typeface="Verdana" panose="020B0604030504040204" pitchFamily="34" charset="0"/>
              </a:rPr>
              <a:t>Inspeccionar un botón web .</a:t>
            </a:r>
          </a:p>
          <a:p>
            <a:r>
              <a:rPr lang="es-DO" sz="2000" dirty="0">
                <a:latin typeface="Verdana" panose="020B0604030504040204" pitchFamily="34" charset="0"/>
                <a:ea typeface="Verdana" panose="020B0604030504040204" pitchFamily="34" charset="0"/>
              </a:rPr>
              <a:t>Leer código HTML y </a:t>
            </a:r>
            <a:r>
              <a:rPr lang="es-DO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Javascript</a:t>
            </a:r>
            <a:r>
              <a:rPr lang="es-DO" sz="2000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</a:p>
          <a:p>
            <a:r>
              <a:rPr lang="es-DO" sz="2000" dirty="0">
                <a:latin typeface="Verdana" panose="020B0604030504040204" pitchFamily="34" charset="0"/>
                <a:ea typeface="Verdana" panose="020B0604030504040204" pitchFamily="34" charset="0"/>
              </a:rPr>
              <a:t>Encontrar credenciales expuestas dentro de un código.</a:t>
            </a:r>
          </a:p>
          <a:p>
            <a:r>
              <a:rPr lang="es-DO" sz="2000" dirty="0">
                <a:latin typeface="Verdana" panose="020B0604030504040204" pitchFamily="34" charset="0"/>
                <a:ea typeface="Verdana" panose="020B0604030504040204" pitchFamily="34" charset="0"/>
              </a:rPr>
              <a:t>Tener mas conciencia a la hora de programar un sitio web.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es-DO" dirty="0"/>
          </a:p>
        </p:txBody>
      </p:sp>
      <p:sp>
        <p:nvSpPr>
          <p:cNvPr id="4" name="Título 1"/>
          <p:cNvSpPr>
            <a:spLocks noGrp="1"/>
          </p:cNvSpPr>
          <p:nvPr>
            <p:ph type="title"/>
          </p:nvPr>
        </p:nvSpPr>
        <p:spPr>
          <a:xfrm>
            <a:off x="3435531" y="1527720"/>
            <a:ext cx="5355771" cy="732155"/>
          </a:xfrm>
        </p:spPr>
        <p:txBody>
          <a:bodyPr>
            <a:normAutofit/>
          </a:bodyPr>
          <a:lstStyle/>
          <a:p>
            <a:r>
              <a:rPr lang="es-ES" sz="2400" b="1" dirty="0">
                <a:latin typeface="Verdana" panose="020B0604030504040204" pitchFamily="34" charset="0"/>
                <a:ea typeface="Verdana" panose="020B0604030504040204" pitchFamily="34" charset="0"/>
              </a:rPr>
              <a:t>Lo aprendido en esta práctica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5376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2773131" y="1991633"/>
            <a:ext cx="6645730" cy="839198"/>
          </a:xfrm>
        </p:spPr>
        <p:txBody>
          <a:bodyPr>
            <a:normAutofit/>
          </a:bodyPr>
          <a:lstStyle/>
          <a:p>
            <a:r>
              <a:rPr lang="es-ES" sz="2000" dirty="0">
                <a:latin typeface="Verdana" panose="020B0604030504040204" pitchFamily="34" charset="0"/>
                <a:ea typeface="Verdana" panose="020B0604030504040204" pitchFamily="34" charset="0"/>
              </a:rPr>
              <a:t>No utilizar las credenciales en el mismo código.</a:t>
            </a:r>
          </a:p>
          <a:p>
            <a:r>
              <a:rPr lang="es-ES" sz="2000" dirty="0">
                <a:latin typeface="Verdana" panose="020B0604030504040204" pitchFamily="34" charset="0"/>
                <a:ea typeface="Verdana" panose="020B0604030504040204" pitchFamily="34" charset="0"/>
              </a:rPr>
              <a:t>Tener un servidor que verifique las credenciales.</a:t>
            </a:r>
            <a:endParaRPr lang="es-DO" sz="2000" dirty="0"/>
          </a:p>
        </p:txBody>
      </p:sp>
      <p:sp>
        <p:nvSpPr>
          <p:cNvPr id="4" name="Título 1"/>
          <p:cNvSpPr>
            <a:spLocks noGrp="1"/>
          </p:cNvSpPr>
          <p:nvPr>
            <p:ph type="title"/>
          </p:nvPr>
        </p:nvSpPr>
        <p:spPr>
          <a:xfrm>
            <a:off x="2351853" y="1151166"/>
            <a:ext cx="7488286" cy="640714"/>
          </a:xfrm>
        </p:spPr>
        <p:txBody>
          <a:bodyPr>
            <a:normAutofit fontScale="90000"/>
          </a:bodyPr>
          <a:lstStyle/>
          <a:p>
            <a:r>
              <a:rPr lang="es-ES" sz="2400" b="1" dirty="0">
                <a:latin typeface="Verdana" panose="020B0604030504040204" pitchFamily="34" charset="0"/>
                <a:ea typeface="Verdana" panose="020B0604030504040204" pitchFamily="34" charset="0"/>
              </a:rPr>
              <a:t>Medidas que podemos utilizar para evitar esto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ítulo 1"/>
          <p:cNvSpPr txBox="1">
            <a:spLocks/>
          </p:cNvSpPr>
          <p:nvPr/>
        </p:nvSpPr>
        <p:spPr>
          <a:xfrm>
            <a:off x="4679763" y="3854178"/>
            <a:ext cx="2832463" cy="65377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200" b="1" dirty="0">
                <a:latin typeface="Verdana" panose="020B0604030504040204" pitchFamily="34" charset="0"/>
                <a:ea typeface="Verdana" panose="020B0604030504040204" pitchFamily="34" charset="0"/>
              </a:rPr>
              <a:t>Link de </a:t>
            </a:r>
            <a:r>
              <a:rPr lang="es-ES" sz="2200" b="1" dirty="0" err="1">
                <a:latin typeface="Verdana" panose="020B0604030504040204" pitchFamily="34" charset="0"/>
                <a:ea typeface="Verdana" panose="020B0604030504040204" pitchFamily="34" charset="0"/>
              </a:rPr>
              <a:t>Github</a:t>
            </a:r>
            <a:endParaRPr lang="es-DO" sz="22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1616524" y="4708343"/>
            <a:ext cx="8958943" cy="16286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DO" sz="2000" dirty="0">
                <a:latin typeface="Verdana" panose="020B0604030504040204" pitchFamily="34" charset="0"/>
                <a:ea typeface="Verdana" panose="020B0604030504040204" pitchFamily="34" charset="0"/>
                <a:hlinkClick r:id="rId2"/>
              </a:rPr>
              <a:t>https://github.com/elchecho3000-blip/Ciberseguridad-bootcamp/tree/main/Vulnerabilidades%20en%20paginas%20Web/JS-Exposure</a:t>
            </a:r>
            <a:endParaRPr lang="es-DO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606953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442</TotalTime>
  <Words>210</Words>
  <Application>Microsoft Office PowerPoint</Application>
  <PresentationFormat>Panorámica</PresentationFormat>
  <Paragraphs>26</Paragraphs>
  <Slides>10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Aptos</vt:lpstr>
      <vt:lpstr>Arial</vt:lpstr>
      <vt:lpstr>Calibri</vt:lpstr>
      <vt:lpstr>Calibri Light</vt:lpstr>
      <vt:lpstr>Verdana</vt:lpstr>
      <vt:lpstr>Tema de Office</vt:lpstr>
      <vt:lpstr>Presentación de PowerPoint</vt:lpstr>
      <vt:lpstr>En primer lugar accedemos a la pagina web a vulnerar </vt:lpstr>
      <vt:lpstr>Agotamos probando credenciales genéricas</vt:lpstr>
      <vt:lpstr>Inspeccionamos el botón “Entrar”</vt:lpstr>
      <vt:lpstr>Analizamos el código html del botón</vt:lpstr>
      <vt:lpstr>Clickeamos el script, analizamos la función en Javascript y vemos que contiene un usuario y una contraseña </vt:lpstr>
      <vt:lpstr>Utilizamos dicha credencial para verificar si es la correcta</vt:lpstr>
      <vt:lpstr>Y listo, obtuvimos acceso</vt:lpstr>
      <vt:lpstr>Lo aprendido en esta práctica</vt:lpstr>
      <vt:lpstr>Medidas que podemos utilizar para evitar esto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Luis Reyes</dc:creator>
  <cp:lastModifiedBy>Participante</cp:lastModifiedBy>
  <cp:revision>22</cp:revision>
  <dcterms:created xsi:type="dcterms:W3CDTF">2026-03-26T15:43:05Z</dcterms:created>
  <dcterms:modified xsi:type="dcterms:W3CDTF">2026-04-07T17:06:33Z</dcterms:modified>
</cp:coreProperties>
</file>