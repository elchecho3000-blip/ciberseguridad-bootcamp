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61" r:id="rId4"/>
    <p:sldId id="260" r:id="rId5"/>
  </p:sldIdLst>
  <p:sldSz cx="12192000" cy="6858000"/>
  <p:notesSz cx="6858000" cy="9144000"/>
  <p:defaultTextStyle>
    <a:defPPr>
      <a:defRPr lang="es-D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60" d="100"/>
          <a:sy n="60" d="100"/>
        </p:scale>
        <p:origin x="96" y="11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editar el estilo de subtítulo del patrón</a:t>
            </a:r>
            <a:endParaRPr lang="es-DO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C455F-990E-4E61-815E-988AF11988EF}" type="datetimeFigureOut">
              <a:rPr lang="es-DO" smtClean="0"/>
              <a:t>20/1/2026</a:t>
            </a:fld>
            <a:endParaRPr lang="es-DO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A5707A-681A-40FF-B29E-60965F1CA6B0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14619103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DO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C455F-990E-4E61-815E-988AF11988EF}" type="datetimeFigureOut">
              <a:rPr lang="es-DO" smtClean="0"/>
              <a:t>20/1/2026</a:t>
            </a:fld>
            <a:endParaRPr lang="es-DO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A5707A-681A-40FF-B29E-60965F1CA6B0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29481382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C455F-990E-4E61-815E-988AF11988EF}" type="datetimeFigureOut">
              <a:rPr lang="es-DO" smtClean="0"/>
              <a:t>20/1/2026</a:t>
            </a:fld>
            <a:endParaRPr lang="es-DO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A5707A-681A-40FF-B29E-60965F1CA6B0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23013636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DO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DO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C455F-990E-4E61-815E-988AF11988EF}" type="datetimeFigureOut">
              <a:rPr lang="es-DO" smtClean="0"/>
              <a:t>20/1/2026</a:t>
            </a:fld>
            <a:endParaRPr lang="es-D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A5707A-681A-40FF-B29E-60965F1CA6B0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2105858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DO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DO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C455F-990E-4E61-815E-988AF11988EF}" type="datetimeFigureOut">
              <a:rPr lang="es-DO" smtClean="0"/>
              <a:t>20/1/2026</a:t>
            </a:fld>
            <a:endParaRPr lang="es-DO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A5707A-681A-40FF-B29E-60965F1CA6B0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41261502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C455F-990E-4E61-815E-988AF11988EF}" type="datetimeFigureOut">
              <a:rPr lang="es-DO" smtClean="0"/>
              <a:t>20/1/2026</a:t>
            </a:fld>
            <a:endParaRPr lang="es-DO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A5707A-681A-40FF-B29E-60965F1CA6B0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8943911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C455F-990E-4E61-815E-988AF11988EF}" type="datetimeFigureOut">
              <a:rPr lang="es-DO" smtClean="0"/>
              <a:t>20/1/2026</a:t>
            </a:fld>
            <a:endParaRPr lang="es-DO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A5707A-681A-40FF-B29E-60965F1CA6B0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47789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DO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C455F-990E-4E61-815E-988AF11988EF}" type="datetimeFigureOut">
              <a:rPr lang="es-DO" smtClean="0"/>
              <a:t>20/1/2026</a:t>
            </a:fld>
            <a:endParaRPr lang="es-D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A5707A-681A-40FF-B29E-60965F1CA6B0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36348970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DO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C455F-990E-4E61-815E-988AF11988EF}" type="datetimeFigureOut">
              <a:rPr lang="es-DO" smtClean="0"/>
              <a:t>20/1/2026</a:t>
            </a:fld>
            <a:endParaRPr lang="es-D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A5707A-681A-40FF-B29E-60965F1CA6B0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21361899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DO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C455F-990E-4E61-815E-988AF11988EF}" type="datetimeFigureOut">
              <a:rPr lang="es-DO" smtClean="0"/>
              <a:t>20/1/2026</a:t>
            </a:fld>
            <a:endParaRPr lang="es-DO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A5707A-681A-40FF-B29E-60965F1CA6B0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40287060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DO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C455F-990E-4E61-815E-988AF11988EF}" type="datetimeFigureOut">
              <a:rPr lang="es-DO" smtClean="0"/>
              <a:t>20/1/2026</a:t>
            </a:fld>
            <a:endParaRPr lang="es-DO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A5707A-681A-40FF-B29E-60965F1CA6B0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34735274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DO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EC455F-990E-4E61-815E-988AF11988EF}" type="datetimeFigureOut">
              <a:rPr lang="es-DO" smtClean="0"/>
              <a:t>20/1/2026</a:t>
            </a:fld>
            <a:endParaRPr lang="es-DO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DO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A5707A-681A-40FF-B29E-60965F1CA6B0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39306752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D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ES" dirty="0" err="1"/>
              <a:t>Introduccion</a:t>
            </a:r>
            <a:r>
              <a:rPr lang="es-ES" dirty="0"/>
              <a:t> a las redes (CCNA1)</a:t>
            </a:r>
            <a:endParaRPr lang="es-DO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ES" dirty="0"/>
              <a:t>Comandos net </a:t>
            </a:r>
            <a:r>
              <a:rPr lang="es-ES" dirty="0" err="1"/>
              <a:t>user</a:t>
            </a:r>
            <a:r>
              <a:rPr lang="es-ES" dirty="0"/>
              <a:t> para CMD de Windows</a:t>
            </a:r>
          </a:p>
          <a:p>
            <a:r>
              <a:rPr lang="es-ES" dirty="0"/>
              <a:t>Luis Reyes </a:t>
            </a:r>
            <a:r>
              <a:rPr lang="es-ES" dirty="0" err="1"/>
              <a:t>Volquez</a:t>
            </a:r>
            <a:endParaRPr lang="es-ES" dirty="0"/>
          </a:p>
          <a:p>
            <a:endParaRPr lang="es-DO" dirty="0"/>
          </a:p>
        </p:txBody>
      </p:sp>
    </p:spTree>
    <p:extLst>
      <p:ext uri="{BB962C8B-B14F-4D97-AF65-F5344CB8AC3E}">
        <p14:creationId xmlns:p14="http://schemas.microsoft.com/office/powerpoint/2010/main" val="2934421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Comando net </a:t>
            </a:r>
            <a:r>
              <a:rPr lang="es-ES" dirty="0" err="1"/>
              <a:t>user</a:t>
            </a:r>
            <a:r>
              <a:rPr lang="es-ES" dirty="0"/>
              <a:t> </a:t>
            </a:r>
            <a:endParaRPr lang="es-DO" dirty="0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s-ES" dirty="0"/>
              <a:t>Se utiliza para ver los usuarios actuales en el SO, con excepción de los de mayor </a:t>
            </a:r>
            <a:r>
              <a:rPr lang="es-ES" dirty="0" err="1"/>
              <a:t>jerarquia</a:t>
            </a:r>
            <a:r>
              <a:rPr lang="es-ES" dirty="0"/>
              <a:t>.</a:t>
            </a:r>
            <a:endParaRPr lang="es-DO" dirty="0"/>
          </a:p>
        </p:txBody>
      </p:sp>
      <p:pic>
        <p:nvPicPr>
          <p:cNvPr id="10" name="Marcador de contenido 9">
            <a:extLst>
              <a:ext uri="{FF2B5EF4-FFF2-40B4-BE49-F238E27FC236}">
                <a16:creationId xmlns:a16="http://schemas.microsoft.com/office/drawing/2014/main" id="{63D71A47-7033-5665-1117-E24048E956E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2" y="1945369"/>
            <a:ext cx="5181600" cy="2055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23759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56BFD9-F4BD-0261-5932-6807B5597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954189-7413-584B-39AB-3A3566725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Comando net </a:t>
            </a:r>
            <a:r>
              <a:rPr lang="es-ES" dirty="0" err="1"/>
              <a:t>user</a:t>
            </a:r>
            <a:r>
              <a:rPr lang="es-ES" dirty="0"/>
              <a:t> [usuario]</a:t>
            </a:r>
            <a:endParaRPr lang="es-D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2CD6599-C9F1-84C6-26DE-C82ACBF66C4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s-ES" dirty="0"/>
              <a:t>Se utiliza para ver mas datos </a:t>
            </a:r>
          </a:p>
          <a:p>
            <a:pPr marL="0" indent="0">
              <a:buNone/>
            </a:pPr>
            <a:r>
              <a:rPr lang="es-ES" dirty="0"/>
              <a:t>del usuario, cuando creo la contraseña, cuando expira, cuando se modifico, a cuales grupos pertenece el usuario.</a:t>
            </a:r>
            <a:endParaRPr lang="es-DO" dirty="0"/>
          </a:p>
        </p:txBody>
      </p:sp>
      <p:sp>
        <p:nvSpPr>
          <p:cNvPr id="5" name="Marcador de contenido 4">
            <a:extLst>
              <a:ext uri="{FF2B5EF4-FFF2-40B4-BE49-F238E27FC236}">
                <a16:creationId xmlns:a16="http://schemas.microsoft.com/office/drawing/2014/main" id="{24E4D97F-4505-36F8-7D73-BD88CC69460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s-ES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833FE9B5-A657-D833-77CA-82897A7F8A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7727" y="1790366"/>
            <a:ext cx="6125430" cy="4239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32635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BFA417-C7F5-06B4-AD04-3378EEB48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C63E66-B265-AF9F-F41A-98F40E973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Comando net </a:t>
            </a:r>
            <a:r>
              <a:rPr lang="es-ES" dirty="0" err="1"/>
              <a:t>user</a:t>
            </a:r>
            <a:r>
              <a:rPr lang="es-ES" dirty="0"/>
              <a:t> </a:t>
            </a:r>
            <a:endParaRPr lang="es-D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BF406D3-4B46-B9D4-FB81-53D8332B980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s-ES" dirty="0"/>
              <a:t>Se utiliza para ver mas datos </a:t>
            </a:r>
          </a:p>
          <a:p>
            <a:pPr marL="0" indent="0">
              <a:buNone/>
            </a:pPr>
            <a:r>
              <a:rPr lang="es-ES" dirty="0"/>
              <a:t>del usuario, cuando creo la contraseña, cuando expira, cuando se modifico, a cuales grupos pertenece el usuario.</a:t>
            </a:r>
            <a:endParaRPr lang="es-DO" dirty="0"/>
          </a:p>
        </p:txBody>
      </p:sp>
      <p:sp>
        <p:nvSpPr>
          <p:cNvPr id="5" name="Marcador de contenido 4">
            <a:extLst>
              <a:ext uri="{FF2B5EF4-FFF2-40B4-BE49-F238E27FC236}">
                <a16:creationId xmlns:a16="http://schemas.microsoft.com/office/drawing/2014/main" id="{D94D1167-D1A3-FACA-D915-5BDD4FE3411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s-ES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9F547D84-01EA-6798-E9C1-C907786408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7727" y="1790366"/>
            <a:ext cx="6125430" cy="4239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175032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</TotalTime>
  <Words>104</Words>
  <Application>Microsoft Office PowerPoint</Application>
  <PresentationFormat>Panorámica</PresentationFormat>
  <Paragraphs>11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Tema de Office</vt:lpstr>
      <vt:lpstr>Introduccion a las redes (CCNA1)</vt:lpstr>
      <vt:lpstr>Comando net user </vt:lpstr>
      <vt:lpstr>Comando net user [usuario]</vt:lpstr>
      <vt:lpstr>Comando net user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Introduccion a las redes (CCNA1)</dc:title>
  <dc:creator>Luis Reyes</dc:creator>
  <cp:lastModifiedBy>Emmanuel Santos</cp:lastModifiedBy>
  <cp:revision>9</cp:revision>
  <dcterms:created xsi:type="dcterms:W3CDTF">2026-01-19T16:27:51Z</dcterms:created>
  <dcterms:modified xsi:type="dcterms:W3CDTF">2026-01-20T23:57:12Z</dcterms:modified>
</cp:coreProperties>
</file>