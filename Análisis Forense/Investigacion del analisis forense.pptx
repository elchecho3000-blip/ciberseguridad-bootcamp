
<file path=[Content_Types].xml><?xml version="1.0" encoding="utf-8"?>
<Types xmlns="http://schemas.openxmlformats.org/package/2006/content-types">
  <Default Extension="png" ContentType="image/png"/>
  <Default Extension="jpeg" ContentType="image/jpe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sldIdLst>
    <p:sldId id="256" r:id="rId2"/>
    <p:sldId id="274" r:id="rId3"/>
    <p:sldId id="275" r:id="rId4"/>
    <p:sldId id="276" r:id="rId5"/>
    <p:sldId id="277" r:id="rId6"/>
    <p:sldId id="284" r:id="rId7"/>
    <p:sldId id="285" r:id="rId8"/>
    <p:sldId id="278" r:id="rId9"/>
    <p:sldId id="286" r:id="rId10"/>
    <p:sldId id="287" r:id="rId11"/>
    <p:sldId id="288" r:id="rId12"/>
    <p:sldId id="289" r:id="rId13"/>
    <p:sldId id="290" r:id="rId14"/>
    <p:sldId id="291" r:id="rId15"/>
    <p:sldId id="282" r:id="rId16"/>
    <p:sldId id="279" r:id="rId17"/>
    <p:sldId id="280" r:id="rId18"/>
    <p:sldId id="281" r:id="rId19"/>
    <p:sldId id="283" r:id="rId20"/>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4995" autoAdjust="0"/>
    <p:restoredTop sz="94660"/>
  </p:normalViewPr>
  <p:slideViewPr>
    <p:cSldViewPr snapToGrid="0">
      <p:cViewPr varScale="1">
        <p:scale>
          <a:sx n="66" d="100"/>
          <a:sy n="66" d="100"/>
        </p:scale>
        <p:origin x="816" y="60"/>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3" Type="http://schemas.openxmlformats.org/officeDocument/2006/relationships/slide" Target="slides/slide2.xml"/><Relationship Id="rId21" Type="http://schemas.openxmlformats.org/officeDocument/2006/relationships/presProps" Target="presProps.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tableStyles" Target="tableStyle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theme" Target="theme/theme1.xml"/><Relationship Id="rId10" Type="http://schemas.openxmlformats.org/officeDocument/2006/relationships/slide" Target="slides/slide9.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viewProps" Target="viewProps.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Diapositiva de título">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CEE4DF5F-86F9-5F14-B807-DF75A1498398}"/>
              </a:ext>
            </a:extLst>
          </p:cNvPr>
          <p:cNvSpPr>
            <a:spLocks noGrp="1"/>
          </p:cNvSpPr>
          <p:nvPr>
            <p:ph type="ctrTitle"/>
          </p:nvPr>
        </p:nvSpPr>
        <p:spPr>
          <a:xfrm>
            <a:off x="1524000" y="1122363"/>
            <a:ext cx="9144000" cy="2387600"/>
          </a:xfrm>
        </p:spPr>
        <p:txBody>
          <a:bodyPr anchor="b"/>
          <a:lstStyle>
            <a:lvl1pPr algn="ctr">
              <a:defRPr sz="6000"/>
            </a:lvl1pPr>
          </a:lstStyle>
          <a:p>
            <a:r>
              <a:rPr lang="es-MX"/>
              <a:t>Haz clic para modificar el estilo de título del patrón</a:t>
            </a:r>
            <a:endParaRPr lang="en-US"/>
          </a:p>
        </p:txBody>
      </p:sp>
      <p:sp>
        <p:nvSpPr>
          <p:cNvPr id="3" name="Subtítulo 2">
            <a:extLst>
              <a:ext uri="{FF2B5EF4-FFF2-40B4-BE49-F238E27FC236}">
                <a16:creationId xmlns:a16="http://schemas.microsoft.com/office/drawing/2014/main" id="{A8BD3249-F690-4BBA-61A5-A060E56A7130}"/>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s-MX"/>
              <a:t>Haz clic para editar el estilo de subtítulo del patrón</a:t>
            </a:r>
            <a:endParaRPr lang="en-US"/>
          </a:p>
        </p:txBody>
      </p:sp>
      <p:sp>
        <p:nvSpPr>
          <p:cNvPr id="4" name="Marcador de fecha 3">
            <a:extLst>
              <a:ext uri="{FF2B5EF4-FFF2-40B4-BE49-F238E27FC236}">
                <a16:creationId xmlns:a16="http://schemas.microsoft.com/office/drawing/2014/main" id="{CFAA77BD-83CF-8798-CDE4-AAFE4E87111B}"/>
              </a:ext>
            </a:extLst>
          </p:cNvPr>
          <p:cNvSpPr>
            <a:spLocks noGrp="1"/>
          </p:cNvSpPr>
          <p:nvPr>
            <p:ph type="dt" sz="half" idx="10"/>
          </p:nvPr>
        </p:nvSpPr>
        <p:spPr/>
        <p:txBody>
          <a:bodyPr/>
          <a:lstStyle/>
          <a:p>
            <a:fld id="{87A09876-62AC-4B3E-B995-35F1DBFE7EBB}" type="datetimeFigureOut">
              <a:rPr lang="en-US" smtClean="0"/>
              <a:t>6/16/2026</a:t>
            </a:fld>
            <a:endParaRPr lang="en-US"/>
          </a:p>
        </p:txBody>
      </p:sp>
      <p:sp>
        <p:nvSpPr>
          <p:cNvPr id="5" name="Marcador de pie de página 4">
            <a:extLst>
              <a:ext uri="{FF2B5EF4-FFF2-40B4-BE49-F238E27FC236}">
                <a16:creationId xmlns:a16="http://schemas.microsoft.com/office/drawing/2014/main" id="{D45700C0-E7D4-9ADE-756E-0BB7DF112C3A}"/>
              </a:ext>
            </a:extLst>
          </p:cNvPr>
          <p:cNvSpPr>
            <a:spLocks noGrp="1"/>
          </p:cNvSpPr>
          <p:nvPr>
            <p:ph type="ftr" sz="quarter" idx="11"/>
          </p:nvPr>
        </p:nvSpPr>
        <p:spPr/>
        <p:txBody>
          <a:bodyPr/>
          <a:lstStyle/>
          <a:p>
            <a:endParaRPr lang="en-US"/>
          </a:p>
        </p:txBody>
      </p:sp>
      <p:sp>
        <p:nvSpPr>
          <p:cNvPr id="6" name="Marcador de número de diapositiva 5">
            <a:extLst>
              <a:ext uri="{FF2B5EF4-FFF2-40B4-BE49-F238E27FC236}">
                <a16:creationId xmlns:a16="http://schemas.microsoft.com/office/drawing/2014/main" id="{812B4956-CF58-84F6-A362-36D87425A231}"/>
              </a:ext>
            </a:extLst>
          </p:cNvPr>
          <p:cNvSpPr>
            <a:spLocks noGrp="1"/>
          </p:cNvSpPr>
          <p:nvPr>
            <p:ph type="sldNum" sz="quarter" idx="12"/>
          </p:nvPr>
        </p:nvSpPr>
        <p:spPr/>
        <p:txBody>
          <a:bodyPr/>
          <a:lstStyle/>
          <a:p>
            <a:fld id="{157348AD-A998-4A3D-9C03-778291B738D6}" type="slidenum">
              <a:rPr lang="en-US" smtClean="0"/>
              <a:t>‹Nº›</a:t>
            </a:fld>
            <a:endParaRPr lang="en-US"/>
          </a:p>
        </p:txBody>
      </p:sp>
    </p:spTree>
    <p:extLst>
      <p:ext uri="{BB962C8B-B14F-4D97-AF65-F5344CB8AC3E}">
        <p14:creationId xmlns:p14="http://schemas.microsoft.com/office/powerpoint/2010/main" val="2456866139"/>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ítulo y objetos">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9A51C22A-46EF-B7F7-DA9F-FFC646680696}"/>
              </a:ext>
            </a:extLst>
          </p:cNvPr>
          <p:cNvSpPr>
            <a:spLocks noGrp="1"/>
          </p:cNvSpPr>
          <p:nvPr>
            <p:ph type="title"/>
          </p:nvPr>
        </p:nvSpPr>
        <p:spPr/>
        <p:txBody>
          <a:bodyPr/>
          <a:lstStyle/>
          <a:p>
            <a:r>
              <a:rPr lang="es-MX"/>
              <a:t>Haz clic para modificar el estilo de título del patrón</a:t>
            </a:r>
            <a:endParaRPr lang="en-US"/>
          </a:p>
        </p:txBody>
      </p:sp>
      <p:sp>
        <p:nvSpPr>
          <p:cNvPr id="3" name="Marcador de contenido 2">
            <a:extLst>
              <a:ext uri="{FF2B5EF4-FFF2-40B4-BE49-F238E27FC236}">
                <a16:creationId xmlns:a16="http://schemas.microsoft.com/office/drawing/2014/main" id="{A53B9B53-B116-B5AB-097A-CF499D9EAD0F}"/>
              </a:ext>
            </a:extLst>
          </p:cNvPr>
          <p:cNvSpPr>
            <a:spLocks noGrp="1"/>
          </p:cNvSpPr>
          <p:nvPr>
            <p:ph idx="1"/>
          </p:nvPr>
        </p:nvSpPr>
        <p:spPr/>
        <p:txBody>
          <a:bodyPr/>
          <a:lstStyle/>
          <a:p>
            <a:pPr lvl="0"/>
            <a:r>
              <a:rPr lang="es-MX"/>
              <a:t>Haga clic para modificar los estilos de texto del patrón</a:t>
            </a:r>
          </a:p>
          <a:p>
            <a:pPr lvl="1"/>
            <a:r>
              <a:rPr lang="es-MX"/>
              <a:t>Segundo nivel</a:t>
            </a:r>
          </a:p>
          <a:p>
            <a:pPr lvl="2"/>
            <a:r>
              <a:rPr lang="es-MX"/>
              <a:t>Tercer nivel</a:t>
            </a:r>
          </a:p>
          <a:p>
            <a:pPr lvl="3"/>
            <a:r>
              <a:rPr lang="es-MX"/>
              <a:t>Cuarto nivel</a:t>
            </a:r>
          </a:p>
          <a:p>
            <a:pPr lvl="4"/>
            <a:r>
              <a:rPr lang="es-MX"/>
              <a:t>Quinto nivel</a:t>
            </a:r>
            <a:endParaRPr lang="en-US"/>
          </a:p>
        </p:txBody>
      </p:sp>
      <p:sp>
        <p:nvSpPr>
          <p:cNvPr id="4" name="Marcador de fecha 3">
            <a:extLst>
              <a:ext uri="{FF2B5EF4-FFF2-40B4-BE49-F238E27FC236}">
                <a16:creationId xmlns:a16="http://schemas.microsoft.com/office/drawing/2014/main" id="{641F34A0-DA1E-0C5F-35CD-3444CC230A6B}"/>
              </a:ext>
            </a:extLst>
          </p:cNvPr>
          <p:cNvSpPr>
            <a:spLocks noGrp="1"/>
          </p:cNvSpPr>
          <p:nvPr>
            <p:ph type="dt" sz="half" idx="10"/>
          </p:nvPr>
        </p:nvSpPr>
        <p:spPr/>
        <p:txBody>
          <a:bodyPr/>
          <a:lstStyle/>
          <a:p>
            <a:fld id="{87A09876-62AC-4B3E-B995-35F1DBFE7EBB}" type="datetimeFigureOut">
              <a:rPr lang="en-US" smtClean="0"/>
              <a:t>6/16/2026</a:t>
            </a:fld>
            <a:endParaRPr lang="en-US"/>
          </a:p>
        </p:txBody>
      </p:sp>
      <p:sp>
        <p:nvSpPr>
          <p:cNvPr id="5" name="Marcador de pie de página 4">
            <a:extLst>
              <a:ext uri="{FF2B5EF4-FFF2-40B4-BE49-F238E27FC236}">
                <a16:creationId xmlns:a16="http://schemas.microsoft.com/office/drawing/2014/main" id="{94648977-B820-4807-0731-261B902FD5D3}"/>
              </a:ext>
            </a:extLst>
          </p:cNvPr>
          <p:cNvSpPr>
            <a:spLocks noGrp="1"/>
          </p:cNvSpPr>
          <p:nvPr>
            <p:ph type="ftr" sz="quarter" idx="11"/>
          </p:nvPr>
        </p:nvSpPr>
        <p:spPr/>
        <p:txBody>
          <a:bodyPr/>
          <a:lstStyle/>
          <a:p>
            <a:endParaRPr lang="en-US"/>
          </a:p>
        </p:txBody>
      </p:sp>
      <p:sp>
        <p:nvSpPr>
          <p:cNvPr id="6" name="Marcador de número de diapositiva 5">
            <a:extLst>
              <a:ext uri="{FF2B5EF4-FFF2-40B4-BE49-F238E27FC236}">
                <a16:creationId xmlns:a16="http://schemas.microsoft.com/office/drawing/2014/main" id="{E9F4C08C-3EE1-33F2-79A6-03026695018B}"/>
              </a:ext>
            </a:extLst>
          </p:cNvPr>
          <p:cNvSpPr>
            <a:spLocks noGrp="1"/>
          </p:cNvSpPr>
          <p:nvPr>
            <p:ph type="sldNum" sz="quarter" idx="12"/>
          </p:nvPr>
        </p:nvSpPr>
        <p:spPr/>
        <p:txBody>
          <a:bodyPr/>
          <a:lstStyle/>
          <a:p>
            <a:fld id="{157348AD-A998-4A3D-9C03-778291B738D6}" type="slidenum">
              <a:rPr lang="en-US" smtClean="0"/>
              <a:t>‹Nº›</a:t>
            </a:fld>
            <a:endParaRPr lang="en-US"/>
          </a:p>
        </p:txBody>
      </p:sp>
    </p:spTree>
    <p:extLst>
      <p:ext uri="{BB962C8B-B14F-4D97-AF65-F5344CB8AC3E}">
        <p14:creationId xmlns:p14="http://schemas.microsoft.com/office/powerpoint/2010/main" val="30394857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Encabezado de sección">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80ABF7DA-EBE4-1053-73F8-FAE756D997F4}"/>
              </a:ext>
            </a:extLst>
          </p:cNvPr>
          <p:cNvSpPr>
            <a:spLocks noGrp="1"/>
          </p:cNvSpPr>
          <p:nvPr>
            <p:ph type="title"/>
          </p:nvPr>
        </p:nvSpPr>
        <p:spPr>
          <a:xfrm>
            <a:off x="831850" y="1709738"/>
            <a:ext cx="10515600" cy="2852737"/>
          </a:xfrm>
        </p:spPr>
        <p:txBody>
          <a:bodyPr anchor="b"/>
          <a:lstStyle>
            <a:lvl1pPr>
              <a:defRPr sz="6000"/>
            </a:lvl1pPr>
          </a:lstStyle>
          <a:p>
            <a:r>
              <a:rPr lang="es-MX"/>
              <a:t>Haz clic para modificar el estilo de título del patrón</a:t>
            </a:r>
            <a:endParaRPr lang="en-US"/>
          </a:p>
        </p:txBody>
      </p:sp>
      <p:sp>
        <p:nvSpPr>
          <p:cNvPr id="3" name="Marcador de texto 2">
            <a:extLst>
              <a:ext uri="{FF2B5EF4-FFF2-40B4-BE49-F238E27FC236}">
                <a16:creationId xmlns:a16="http://schemas.microsoft.com/office/drawing/2014/main" id="{210D9FAC-30AA-41EB-2FAD-2D14E01A87AA}"/>
              </a:ext>
            </a:extLst>
          </p:cNvPr>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s-MX"/>
              <a:t>Haga clic para modificar los estilos de texto del patrón</a:t>
            </a:r>
          </a:p>
        </p:txBody>
      </p:sp>
      <p:sp>
        <p:nvSpPr>
          <p:cNvPr id="4" name="Marcador de fecha 3">
            <a:extLst>
              <a:ext uri="{FF2B5EF4-FFF2-40B4-BE49-F238E27FC236}">
                <a16:creationId xmlns:a16="http://schemas.microsoft.com/office/drawing/2014/main" id="{49F25522-CB91-2B90-6748-3B6D43E659FD}"/>
              </a:ext>
            </a:extLst>
          </p:cNvPr>
          <p:cNvSpPr>
            <a:spLocks noGrp="1"/>
          </p:cNvSpPr>
          <p:nvPr>
            <p:ph type="dt" sz="half" idx="10"/>
          </p:nvPr>
        </p:nvSpPr>
        <p:spPr/>
        <p:txBody>
          <a:bodyPr/>
          <a:lstStyle/>
          <a:p>
            <a:fld id="{87A09876-62AC-4B3E-B995-35F1DBFE7EBB}" type="datetimeFigureOut">
              <a:rPr lang="en-US" smtClean="0"/>
              <a:t>6/16/2026</a:t>
            </a:fld>
            <a:endParaRPr lang="en-US"/>
          </a:p>
        </p:txBody>
      </p:sp>
      <p:sp>
        <p:nvSpPr>
          <p:cNvPr id="5" name="Marcador de pie de página 4">
            <a:extLst>
              <a:ext uri="{FF2B5EF4-FFF2-40B4-BE49-F238E27FC236}">
                <a16:creationId xmlns:a16="http://schemas.microsoft.com/office/drawing/2014/main" id="{0E6D1450-5D93-FED1-D489-2C0DBD0AACE5}"/>
              </a:ext>
            </a:extLst>
          </p:cNvPr>
          <p:cNvSpPr>
            <a:spLocks noGrp="1"/>
          </p:cNvSpPr>
          <p:nvPr>
            <p:ph type="ftr" sz="quarter" idx="11"/>
          </p:nvPr>
        </p:nvSpPr>
        <p:spPr/>
        <p:txBody>
          <a:bodyPr/>
          <a:lstStyle/>
          <a:p>
            <a:endParaRPr lang="en-US"/>
          </a:p>
        </p:txBody>
      </p:sp>
      <p:sp>
        <p:nvSpPr>
          <p:cNvPr id="6" name="Marcador de número de diapositiva 5">
            <a:extLst>
              <a:ext uri="{FF2B5EF4-FFF2-40B4-BE49-F238E27FC236}">
                <a16:creationId xmlns:a16="http://schemas.microsoft.com/office/drawing/2014/main" id="{CF5D2F38-1C10-6B9C-0ED8-23543970A79B}"/>
              </a:ext>
            </a:extLst>
          </p:cNvPr>
          <p:cNvSpPr>
            <a:spLocks noGrp="1"/>
          </p:cNvSpPr>
          <p:nvPr>
            <p:ph type="sldNum" sz="quarter" idx="12"/>
          </p:nvPr>
        </p:nvSpPr>
        <p:spPr/>
        <p:txBody>
          <a:bodyPr/>
          <a:lstStyle/>
          <a:p>
            <a:fld id="{157348AD-A998-4A3D-9C03-778291B738D6}" type="slidenum">
              <a:rPr lang="en-US" smtClean="0"/>
              <a:t>‹Nº›</a:t>
            </a:fld>
            <a:endParaRPr lang="en-US"/>
          </a:p>
        </p:txBody>
      </p:sp>
    </p:spTree>
    <p:extLst>
      <p:ext uri="{BB962C8B-B14F-4D97-AF65-F5344CB8AC3E}">
        <p14:creationId xmlns:p14="http://schemas.microsoft.com/office/powerpoint/2010/main" val="2840383504"/>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Dos objetos">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47B5B587-AE33-60B5-00D5-3C3F672122FF}"/>
              </a:ext>
            </a:extLst>
          </p:cNvPr>
          <p:cNvSpPr>
            <a:spLocks noGrp="1"/>
          </p:cNvSpPr>
          <p:nvPr>
            <p:ph type="title"/>
          </p:nvPr>
        </p:nvSpPr>
        <p:spPr/>
        <p:txBody>
          <a:bodyPr/>
          <a:lstStyle/>
          <a:p>
            <a:r>
              <a:rPr lang="es-MX"/>
              <a:t>Haz clic para modificar el estilo de título del patrón</a:t>
            </a:r>
            <a:endParaRPr lang="en-US"/>
          </a:p>
        </p:txBody>
      </p:sp>
      <p:sp>
        <p:nvSpPr>
          <p:cNvPr id="3" name="Marcador de contenido 2">
            <a:extLst>
              <a:ext uri="{FF2B5EF4-FFF2-40B4-BE49-F238E27FC236}">
                <a16:creationId xmlns:a16="http://schemas.microsoft.com/office/drawing/2014/main" id="{E6C43273-DA38-1E89-2C28-5FF939D2B316}"/>
              </a:ext>
            </a:extLst>
          </p:cNvPr>
          <p:cNvSpPr>
            <a:spLocks noGrp="1"/>
          </p:cNvSpPr>
          <p:nvPr>
            <p:ph sz="half" idx="1"/>
          </p:nvPr>
        </p:nvSpPr>
        <p:spPr>
          <a:xfrm>
            <a:off x="838200" y="1825625"/>
            <a:ext cx="5181600" cy="4351338"/>
          </a:xfrm>
        </p:spPr>
        <p:txBody>
          <a:bodyPr/>
          <a:lstStyle/>
          <a:p>
            <a:pPr lvl="0"/>
            <a:r>
              <a:rPr lang="es-MX"/>
              <a:t>Haga clic para modificar los estilos de texto del patrón</a:t>
            </a:r>
          </a:p>
          <a:p>
            <a:pPr lvl="1"/>
            <a:r>
              <a:rPr lang="es-MX"/>
              <a:t>Segundo nivel</a:t>
            </a:r>
          </a:p>
          <a:p>
            <a:pPr lvl="2"/>
            <a:r>
              <a:rPr lang="es-MX"/>
              <a:t>Tercer nivel</a:t>
            </a:r>
          </a:p>
          <a:p>
            <a:pPr lvl="3"/>
            <a:r>
              <a:rPr lang="es-MX"/>
              <a:t>Cuarto nivel</a:t>
            </a:r>
          </a:p>
          <a:p>
            <a:pPr lvl="4"/>
            <a:r>
              <a:rPr lang="es-MX"/>
              <a:t>Quinto nivel</a:t>
            </a:r>
            <a:endParaRPr lang="en-US"/>
          </a:p>
        </p:txBody>
      </p:sp>
      <p:sp>
        <p:nvSpPr>
          <p:cNvPr id="4" name="Marcador de contenido 3">
            <a:extLst>
              <a:ext uri="{FF2B5EF4-FFF2-40B4-BE49-F238E27FC236}">
                <a16:creationId xmlns:a16="http://schemas.microsoft.com/office/drawing/2014/main" id="{74D698C4-5829-7233-7B4E-C251FE0997F3}"/>
              </a:ext>
            </a:extLst>
          </p:cNvPr>
          <p:cNvSpPr>
            <a:spLocks noGrp="1"/>
          </p:cNvSpPr>
          <p:nvPr>
            <p:ph sz="half" idx="2"/>
          </p:nvPr>
        </p:nvSpPr>
        <p:spPr>
          <a:xfrm>
            <a:off x="6172200" y="1825625"/>
            <a:ext cx="5181600" cy="4351338"/>
          </a:xfrm>
        </p:spPr>
        <p:txBody>
          <a:bodyPr/>
          <a:lstStyle/>
          <a:p>
            <a:pPr lvl="0"/>
            <a:r>
              <a:rPr lang="es-MX"/>
              <a:t>Haga clic para modificar los estilos de texto del patrón</a:t>
            </a:r>
          </a:p>
          <a:p>
            <a:pPr lvl="1"/>
            <a:r>
              <a:rPr lang="es-MX"/>
              <a:t>Segundo nivel</a:t>
            </a:r>
          </a:p>
          <a:p>
            <a:pPr lvl="2"/>
            <a:r>
              <a:rPr lang="es-MX"/>
              <a:t>Tercer nivel</a:t>
            </a:r>
          </a:p>
          <a:p>
            <a:pPr lvl="3"/>
            <a:r>
              <a:rPr lang="es-MX"/>
              <a:t>Cuarto nivel</a:t>
            </a:r>
          </a:p>
          <a:p>
            <a:pPr lvl="4"/>
            <a:r>
              <a:rPr lang="es-MX"/>
              <a:t>Quinto nivel</a:t>
            </a:r>
            <a:endParaRPr lang="en-US"/>
          </a:p>
        </p:txBody>
      </p:sp>
      <p:sp>
        <p:nvSpPr>
          <p:cNvPr id="5" name="Marcador de fecha 4">
            <a:extLst>
              <a:ext uri="{FF2B5EF4-FFF2-40B4-BE49-F238E27FC236}">
                <a16:creationId xmlns:a16="http://schemas.microsoft.com/office/drawing/2014/main" id="{7E977B2E-C4CD-4D2B-2878-92CF7FB716E1}"/>
              </a:ext>
            </a:extLst>
          </p:cNvPr>
          <p:cNvSpPr>
            <a:spLocks noGrp="1"/>
          </p:cNvSpPr>
          <p:nvPr>
            <p:ph type="dt" sz="half" idx="10"/>
          </p:nvPr>
        </p:nvSpPr>
        <p:spPr/>
        <p:txBody>
          <a:bodyPr/>
          <a:lstStyle/>
          <a:p>
            <a:fld id="{87A09876-62AC-4B3E-B995-35F1DBFE7EBB}" type="datetimeFigureOut">
              <a:rPr lang="en-US" smtClean="0"/>
              <a:t>6/16/2026</a:t>
            </a:fld>
            <a:endParaRPr lang="en-US"/>
          </a:p>
        </p:txBody>
      </p:sp>
      <p:sp>
        <p:nvSpPr>
          <p:cNvPr id="6" name="Marcador de pie de página 5">
            <a:extLst>
              <a:ext uri="{FF2B5EF4-FFF2-40B4-BE49-F238E27FC236}">
                <a16:creationId xmlns:a16="http://schemas.microsoft.com/office/drawing/2014/main" id="{62B19627-C344-00EA-0E00-A5E7276C9988}"/>
              </a:ext>
            </a:extLst>
          </p:cNvPr>
          <p:cNvSpPr>
            <a:spLocks noGrp="1"/>
          </p:cNvSpPr>
          <p:nvPr>
            <p:ph type="ftr" sz="quarter" idx="11"/>
          </p:nvPr>
        </p:nvSpPr>
        <p:spPr/>
        <p:txBody>
          <a:bodyPr/>
          <a:lstStyle/>
          <a:p>
            <a:endParaRPr lang="en-US"/>
          </a:p>
        </p:txBody>
      </p:sp>
      <p:sp>
        <p:nvSpPr>
          <p:cNvPr id="7" name="Marcador de número de diapositiva 6">
            <a:extLst>
              <a:ext uri="{FF2B5EF4-FFF2-40B4-BE49-F238E27FC236}">
                <a16:creationId xmlns:a16="http://schemas.microsoft.com/office/drawing/2014/main" id="{9BC9E700-6417-4C44-2F11-733E7D7EFC2C}"/>
              </a:ext>
            </a:extLst>
          </p:cNvPr>
          <p:cNvSpPr>
            <a:spLocks noGrp="1"/>
          </p:cNvSpPr>
          <p:nvPr>
            <p:ph type="sldNum" sz="quarter" idx="12"/>
          </p:nvPr>
        </p:nvSpPr>
        <p:spPr/>
        <p:txBody>
          <a:bodyPr/>
          <a:lstStyle/>
          <a:p>
            <a:fld id="{157348AD-A998-4A3D-9C03-778291B738D6}" type="slidenum">
              <a:rPr lang="en-US" smtClean="0"/>
              <a:t>‹Nº›</a:t>
            </a:fld>
            <a:endParaRPr lang="en-US"/>
          </a:p>
        </p:txBody>
      </p:sp>
    </p:spTree>
    <p:extLst>
      <p:ext uri="{BB962C8B-B14F-4D97-AF65-F5344CB8AC3E}">
        <p14:creationId xmlns:p14="http://schemas.microsoft.com/office/powerpoint/2010/main" val="1675937236"/>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ación">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8D41B00E-2E34-C83D-5443-54B0A2599736}"/>
              </a:ext>
            </a:extLst>
          </p:cNvPr>
          <p:cNvSpPr>
            <a:spLocks noGrp="1"/>
          </p:cNvSpPr>
          <p:nvPr>
            <p:ph type="title"/>
          </p:nvPr>
        </p:nvSpPr>
        <p:spPr>
          <a:xfrm>
            <a:off x="839788" y="365125"/>
            <a:ext cx="10515600" cy="1325563"/>
          </a:xfrm>
        </p:spPr>
        <p:txBody>
          <a:bodyPr/>
          <a:lstStyle/>
          <a:p>
            <a:r>
              <a:rPr lang="es-MX"/>
              <a:t>Haz clic para modificar el estilo de título del patrón</a:t>
            </a:r>
            <a:endParaRPr lang="en-US"/>
          </a:p>
        </p:txBody>
      </p:sp>
      <p:sp>
        <p:nvSpPr>
          <p:cNvPr id="3" name="Marcador de texto 2">
            <a:extLst>
              <a:ext uri="{FF2B5EF4-FFF2-40B4-BE49-F238E27FC236}">
                <a16:creationId xmlns:a16="http://schemas.microsoft.com/office/drawing/2014/main" id="{F9B325F6-08C6-55A3-5389-3741580B4656}"/>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s-MX"/>
              <a:t>Haga clic para modificar los estilos de texto del patrón</a:t>
            </a:r>
          </a:p>
        </p:txBody>
      </p:sp>
      <p:sp>
        <p:nvSpPr>
          <p:cNvPr id="4" name="Marcador de contenido 3">
            <a:extLst>
              <a:ext uri="{FF2B5EF4-FFF2-40B4-BE49-F238E27FC236}">
                <a16:creationId xmlns:a16="http://schemas.microsoft.com/office/drawing/2014/main" id="{471E0E68-A162-4BE8-65D3-62BD56B66CC6}"/>
              </a:ext>
            </a:extLst>
          </p:cNvPr>
          <p:cNvSpPr>
            <a:spLocks noGrp="1"/>
          </p:cNvSpPr>
          <p:nvPr>
            <p:ph sz="half" idx="2"/>
          </p:nvPr>
        </p:nvSpPr>
        <p:spPr>
          <a:xfrm>
            <a:off x="839788" y="2505075"/>
            <a:ext cx="5157787" cy="3684588"/>
          </a:xfrm>
        </p:spPr>
        <p:txBody>
          <a:bodyPr/>
          <a:lstStyle/>
          <a:p>
            <a:pPr lvl="0"/>
            <a:r>
              <a:rPr lang="es-MX"/>
              <a:t>Haga clic para modificar los estilos de texto del patrón</a:t>
            </a:r>
          </a:p>
          <a:p>
            <a:pPr lvl="1"/>
            <a:r>
              <a:rPr lang="es-MX"/>
              <a:t>Segundo nivel</a:t>
            </a:r>
          </a:p>
          <a:p>
            <a:pPr lvl="2"/>
            <a:r>
              <a:rPr lang="es-MX"/>
              <a:t>Tercer nivel</a:t>
            </a:r>
          </a:p>
          <a:p>
            <a:pPr lvl="3"/>
            <a:r>
              <a:rPr lang="es-MX"/>
              <a:t>Cuarto nivel</a:t>
            </a:r>
          </a:p>
          <a:p>
            <a:pPr lvl="4"/>
            <a:r>
              <a:rPr lang="es-MX"/>
              <a:t>Quinto nivel</a:t>
            </a:r>
            <a:endParaRPr lang="en-US"/>
          </a:p>
        </p:txBody>
      </p:sp>
      <p:sp>
        <p:nvSpPr>
          <p:cNvPr id="5" name="Marcador de texto 4">
            <a:extLst>
              <a:ext uri="{FF2B5EF4-FFF2-40B4-BE49-F238E27FC236}">
                <a16:creationId xmlns:a16="http://schemas.microsoft.com/office/drawing/2014/main" id="{8AFD13B6-4339-CCD9-CAC8-6D1012ACDD3D}"/>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s-MX"/>
              <a:t>Haga clic para modificar los estilos de texto del patrón</a:t>
            </a:r>
          </a:p>
        </p:txBody>
      </p:sp>
      <p:sp>
        <p:nvSpPr>
          <p:cNvPr id="6" name="Marcador de contenido 5">
            <a:extLst>
              <a:ext uri="{FF2B5EF4-FFF2-40B4-BE49-F238E27FC236}">
                <a16:creationId xmlns:a16="http://schemas.microsoft.com/office/drawing/2014/main" id="{1E7BAA4A-179E-6050-222C-D06160EE19AC}"/>
              </a:ext>
            </a:extLst>
          </p:cNvPr>
          <p:cNvSpPr>
            <a:spLocks noGrp="1"/>
          </p:cNvSpPr>
          <p:nvPr>
            <p:ph sz="quarter" idx="4"/>
          </p:nvPr>
        </p:nvSpPr>
        <p:spPr>
          <a:xfrm>
            <a:off x="6172200" y="2505075"/>
            <a:ext cx="5183188" cy="3684588"/>
          </a:xfrm>
        </p:spPr>
        <p:txBody>
          <a:bodyPr/>
          <a:lstStyle/>
          <a:p>
            <a:pPr lvl="0"/>
            <a:r>
              <a:rPr lang="es-MX"/>
              <a:t>Haga clic para modificar los estilos de texto del patrón</a:t>
            </a:r>
          </a:p>
          <a:p>
            <a:pPr lvl="1"/>
            <a:r>
              <a:rPr lang="es-MX"/>
              <a:t>Segundo nivel</a:t>
            </a:r>
          </a:p>
          <a:p>
            <a:pPr lvl="2"/>
            <a:r>
              <a:rPr lang="es-MX"/>
              <a:t>Tercer nivel</a:t>
            </a:r>
          </a:p>
          <a:p>
            <a:pPr lvl="3"/>
            <a:r>
              <a:rPr lang="es-MX"/>
              <a:t>Cuarto nivel</a:t>
            </a:r>
          </a:p>
          <a:p>
            <a:pPr lvl="4"/>
            <a:r>
              <a:rPr lang="es-MX"/>
              <a:t>Quinto nivel</a:t>
            </a:r>
            <a:endParaRPr lang="en-US"/>
          </a:p>
        </p:txBody>
      </p:sp>
      <p:sp>
        <p:nvSpPr>
          <p:cNvPr id="7" name="Marcador de fecha 6">
            <a:extLst>
              <a:ext uri="{FF2B5EF4-FFF2-40B4-BE49-F238E27FC236}">
                <a16:creationId xmlns:a16="http://schemas.microsoft.com/office/drawing/2014/main" id="{F09477E7-A7CC-2F29-BACF-57BBB4AA6F20}"/>
              </a:ext>
            </a:extLst>
          </p:cNvPr>
          <p:cNvSpPr>
            <a:spLocks noGrp="1"/>
          </p:cNvSpPr>
          <p:nvPr>
            <p:ph type="dt" sz="half" idx="10"/>
          </p:nvPr>
        </p:nvSpPr>
        <p:spPr/>
        <p:txBody>
          <a:bodyPr/>
          <a:lstStyle/>
          <a:p>
            <a:fld id="{87A09876-62AC-4B3E-B995-35F1DBFE7EBB}" type="datetimeFigureOut">
              <a:rPr lang="en-US" smtClean="0"/>
              <a:t>6/16/2026</a:t>
            </a:fld>
            <a:endParaRPr lang="en-US"/>
          </a:p>
        </p:txBody>
      </p:sp>
      <p:sp>
        <p:nvSpPr>
          <p:cNvPr id="8" name="Marcador de pie de página 7">
            <a:extLst>
              <a:ext uri="{FF2B5EF4-FFF2-40B4-BE49-F238E27FC236}">
                <a16:creationId xmlns:a16="http://schemas.microsoft.com/office/drawing/2014/main" id="{29651D8F-A5B1-B34B-6F87-FEF29B031F55}"/>
              </a:ext>
            </a:extLst>
          </p:cNvPr>
          <p:cNvSpPr>
            <a:spLocks noGrp="1"/>
          </p:cNvSpPr>
          <p:nvPr>
            <p:ph type="ftr" sz="quarter" idx="11"/>
          </p:nvPr>
        </p:nvSpPr>
        <p:spPr/>
        <p:txBody>
          <a:bodyPr/>
          <a:lstStyle/>
          <a:p>
            <a:endParaRPr lang="en-US"/>
          </a:p>
        </p:txBody>
      </p:sp>
      <p:sp>
        <p:nvSpPr>
          <p:cNvPr id="9" name="Marcador de número de diapositiva 8">
            <a:extLst>
              <a:ext uri="{FF2B5EF4-FFF2-40B4-BE49-F238E27FC236}">
                <a16:creationId xmlns:a16="http://schemas.microsoft.com/office/drawing/2014/main" id="{C25A7A89-8E33-9953-8269-80B6D440B00B}"/>
              </a:ext>
            </a:extLst>
          </p:cNvPr>
          <p:cNvSpPr>
            <a:spLocks noGrp="1"/>
          </p:cNvSpPr>
          <p:nvPr>
            <p:ph type="sldNum" sz="quarter" idx="12"/>
          </p:nvPr>
        </p:nvSpPr>
        <p:spPr/>
        <p:txBody>
          <a:bodyPr/>
          <a:lstStyle/>
          <a:p>
            <a:fld id="{157348AD-A998-4A3D-9C03-778291B738D6}" type="slidenum">
              <a:rPr lang="en-US" smtClean="0"/>
              <a:t>‹Nº›</a:t>
            </a:fld>
            <a:endParaRPr lang="en-US"/>
          </a:p>
        </p:txBody>
      </p:sp>
    </p:spTree>
    <p:extLst>
      <p:ext uri="{BB962C8B-B14F-4D97-AF65-F5344CB8AC3E}">
        <p14:creationId xmlns:p14="http://schemas.microsoft.com/office/powerpoint/2010/main" val="8052004"/>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Solo el título">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82E9802B-E5D9-D1CC-2C16-1D4B3D423255}"/>
              </a:ext>
            </a:extLst>
          </p:cNvPr>
          <p:cNvSpPr>
            <a:spLocks noGrp="1"/>
          </p:cNvSpPr>
          <p:nvPr>
            <p:ph type="title"/>
          </p:nvPr>
        </p:nvSpPr>
        <p:spPr/>
        <p:txBody>
          <a:bodyPr/>
          <a:lstStyle/>
          <a:p>
            <a:r>
              <a:rPr lang="es-MX"/>
              <a:t>Haz clic para modificar el estilo de título del patrón</a:t>
            </a:r>
            <a:endParaRPr lang="en-US"/>
          </a:p>
        </p:txBody>
      </p:sp>
      <p:sp>
        <p:nvSpPr>
          <p:cNvPr id="3" name="Marcador de fecha 2">
            <a:extLst>
              <a:ext uri="{FF2B5EF4-FFF2-40B4-BE49-F238E27FC236}">
                <a16:creationId xmlns:a16="http://schemas.microsoft.com/office/drawing/2014/main" id="{8E8276DE-E2D8-FDD8-811C-F60DBF9690A8}"/>
              </a:ext>
            </a:extLst>
          </p:cNvPr>
          <p:cNvSpPr>
            <a:spLocks noGrp="1"/>
          </p:cNvSpPr>
          <p:nvPr>
            <p:ph type="dt" sz="half" idx="10"/>
          </p:nvPr>
        </p:nvSpPr>
        <p:spPr/>
        <p:txBody>
          <a:bodyPr/>
          <a:lstStyle/>
          <a:p>
            <a:fld id="{87A09876-62AC-4B3E-B995-35F1DBFE7EBB}" type="datetimeFigureOut">
              <a:rPr lang="en-US" smtClean="0"/>
              <a:t>6/16/2026</a:t>
            </a:fld>
            <a:endParaRPr lang="en-US"/>
          </a:p>
        </p:txBody>
      </p:sp>
      <p:sp>
        <p:nvSpPr>
          <p:cNvPr id="4" name="Marcador de pie de página 3">
            <a:extLst>
              <a:ext uri="{FF2B5EF4-FFF2-40B4-BE49-F238E27FC236}">
                <a16:creationId xmlns:a16="http://schemas.microsoft.com/office/drawing/2014/main" id="{5EA15A6A-5967-555E-2E8F-AD5BE8A6CDC9}"/>
              </a:ext>
            </a:extLst>
          </p:cNvPr>
          <p:cNvSpPr>
            <a:spLocks noGrp="1"/>
          </p:cNvSpPr>
          <p:nvPr>
            <p:ph type="ftr" sz="quarter" idx="11"/>
          </p:nvPr>
        </p:nvSpPr>
        <p:spPr/>
        <p:txBody>
          <a:bodyPr/>
          <a:lstStyle/>
          <a:p>
            <a:endParaRPr lang="en-US"/>
          </a:p>
        </p:txBody>
      </p:sp>
      <p:sp>
        <p:nvSpPr>
          <p:cNvPr id="5" name="Marcador de número de diapositiva 4">
            <a:extLst>
              <a:ext uri="{FF2B5EF4-FFF2-40B4-BE49-F238E27FC236}">
                <a16:creationId xmlns:a16="http://schemas.microsoft.com/office/drawing/2014/main" id="{D3F0BE36-C324-0896-CCE0-B53F49733075}"/>
              </a:ext>
            </a:extLst>
          </p:cNvPr>
          <p:cNvSpPr>
            <a:spLocks noGrp="1"/>
          </p:cNvSpPr>
          <p:nvPr>
            <p:ph type="sldNum" sz="quarter" idx="12"/>
          </p:nvPr>
        </p:nvSpPr>
        <p:spPr/>
        <p:txBody>
          <a:bodyPr/>
          <a:lstStyle/>
          <a:p>
            <a:fld id="{157348AD-A998-4A3D-9C03-778291B738D6}" type="slidenum">
              <a:rPr lang="en-US" smtClean="0"/>
              <a:t>‹Nº›</a:t>
            </a:fld>
            <a:endParaRPr lang="en-US"/>
          </a:p>
        </p:txBody>
      </p:sp>
    </p:spTree>
    <p:extLst>
      <p:ext uri="{BB962C8B-B14F-4D97-AF65-F5344CB8AC3E}">
        <p14:creationId xmlns:p14="http://schemas.microsoft.com/office/powerpoint/2010/main" val="3828111868"/>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En blanco">
    <p:spTree>
      <p:nvGrpSpPr>
        <p:cNvPr id="1" name=""/>
        <p:cNvGrpSpPr/>
        <p:nvPr/>
      </p:nvGrpSpPr>
      <p:grpSpPr>
        <a:xfrm>
          <a:off x="0" y="0"/>
          <a:ext cx="0" cy="0"/>
          <a:chOff x="0" y="0"/>
          <a:chExt cx="0" cy="0"/>
        </a:xfrm>
      </p:grpSpPr>
      <p:sp>
        <p:nvSpPr>
          <p:cNvPr id="2" name="Marcador de fecha 1">
            <a:extLst>
              <a:ext uri="{FF2B5EF4-FFF2-40B4-BE49-F238E27FC236}">
                <a16:creationId xmlns:a16="http://schemas.microsoft.com/office/drawing/2014/main" id="{8B3F4718-C4BE-2AB0-37D5-E5099C9578DE}"/>
              </a:ext>
            </a:extLst>
          </p:cNvPr>
          <p:cNvSpPr>
            <a:spLocks noGrp="1"/>
          </p:cNvSpPr>
          <p:nvPr>
            <p:ph type="dt" sz="half" idx="10"/>
          </p:nvPr>
        </p:nvSpPr>
        <p:spPr/>
        <p:txBody>
          <a:bodyPr/>
          <a:lstStyle/>
          <a:p>
            <a:fld id="{87A09876-62AC-4B3E-B995-35F1DBFE7EBB}" type="datetimeFigureOut">
              <a:rPr lang="en-US" smtClean="0"/>
              <a:t>6/16/2026</a:t>
            </a:fld>
            <a:endParaRPr lang="en-US"/>
          </a:p>
        </p:txBody>
      </p:sp>
      <p:sp>
        <p:nvSpPr>
          <p:cNvPr id="3" name="Marcador de pie de página 2">
            <a:extLst>
              <a:ext uri="{FF2B5EF4-FFF2-40B4-BE49-F238E27FC236}">
                <a16:creationId xmlns:a16="http://schemas.microsoft.com/office/drawing/2014/main" id="{BE3350FE-D811-B801-D003-50C4B1CEBD03}"/>
              </a:ext>
            </a:extLst>
          </p:cNvPr>
          <p:cNvSpPr>
            <a:spLocks noGrp="1"/>
          </p:cNvSpPr>
          <p:nvPr>
            <p:ph type="ftr" sz="quarter" idx="11"/>
          </p:nvPr>
        </p:nvSpPr>
        <p:spPr/>
        <p:txBody>
          <a:bodyPr/>
          <a:lstStyle/>
          <a:p>
            <a:endParaRPr lang="en-US"/>
          </a:p>
        </p:txBody>
      </p:sp>
      <p:sp>
        <p:nvSpPr>
          <p:cNvPr id="4" name="Marcador de número de diapositiva 3">
            <a:extLst>
              <a:ext uri="{FF2B5EF4-FFF2-40B4-BE49-F238E27FC236}">
                <a16:creationId xmlns:a16="http://schemas.microsoft.com/office/drawing/2014/main" id="{131DC38B-1F68-631D-CF5C-7CDBA7608066}"/>
              </a:ext>
            </a:extLst>
          </p:cNvPr>
          <p:cNvSpPr>
            <a:spLocks noGrp="1"/>
          </p:cNvSpPr>
          <p:nvPr>
            <p:ph type="sldNum" sz="quarter" idx="12"/>
          </p:nvPr>
        </p:nvSpPr>
        <p:spPr/>
        <p:txBody>
          <a:bodyPr/>
          <a:lstStyle/>
          <a:p>
            <a:fld id="{157348AD-A998-4A3D-9C03-778291B738D6}" type="slidenum">
              <a:rPr lang="en-US" smtClean="0"/>
              <a:t>‹Nº›</a:t>
            </a:fld>
            <a:endParaRPr lang="en-US"/>
          </a:p>
        </p:txBody>
      </p:sp>
    </p:spTree>
    <p:extLst>
      <p:ext uri="{BB962C8B-B14F-4D97-AF65-F5344CB8AC3E}">
        <p14:creationId xmlns:p14="http://schemas.microsoft.com/office/powerpoint/2010/main" val="2440071401"/>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ido con título">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A5CCDD9A-10F9-BA6A-3307-A4D2184E3AED}"/>
              </a:ext>
            </a:extLst>
          </p:cNvPr>
          <p:cNvSpPr>
            <a:spLocks noGrp="1"/>
          </p:cNvSpPr>
          <p:nvPr>
            <p:ph type="title"/>
          </p:nvPr>
        </p:nvSpPr>
        <p:spPr>
          <a:xfrm>
            <a:off x="839788" y="457200"/>
            <a:ext cx="3932237" cy="1600200"/>
          </a:xfrm>
        </p:spPr>
        <p:txBody>
          <a:bodyPr anchor="b"/>
          <a:lstStyle>
            <a:lvl1pPr>
              <a:defRPr sz="3200"/>
            </a:lvl1pPr>
          </a:lstStyle>
          <a:p>
            <a:r>
              <a:rPr lang="es-MX"/>
              <a:t>Haz clic para modificar el estilo de título del patrón</a:t>
            </a:r>
            <a:endParaRPr lang="en-US"/>
          </a:p>
        </p:txBody>
      </p:sp>
      <p:sp>
        <p:nvSpPr>
          <p:cNvPr id="3" name="Marcador de contenido 2">
            <a:extLst>
              <a:ext uri="{FF2B5EF4-FFF2-40B4-BE49-F238E27FC236}">
                <a16:creationId xmlns:a16="http://schemas.microsoft.com/office/drawing/2014/main" id="{63B55335-7D17-0DC1-F3D9-59D75E047E45}"/>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s-MX"/>
              <a:t>Haga clic para modificar los estilos de texto del patrón</a:t>
            </a:r>
          </a:p>
          <a:p>
            <a:pPr lvl="1"/>
            <a:r>
              <a:rPr lang="es-MX"/>
              <a:t>Segundo nivel</a:t>
            </a:r>
          </a:p>
          <a:p>
            <a:pPr lvl="2"/>
            <a:r>
              <a:rPr lang="es-MX"/>
              <a:t>Tercer nivel</a:t>
            </a:r>
          </a:p>
          <a:p>
            <a:pPr lvl="3"/>
            <a:r>
              <a:rPr lang="es-MX"/>
              <a:t>Cuarto nivel</a:t>
            </a:r>
          </a:p>
          <a:p>
            <a:pPr lvl="4"/>
            <a:r>
              <a:rPr lang="es-MX"/>
              <a:t>Quinto nivel</a:t>
            </a:r>
            <a:endParaRPr lang="en-US"/>
          </a:p>
        </p:txBody>
      </p:sp>
      <p:sp>
        <p:nvSpPr>
          <p:cNvPr id="4" name="Marcador de texto 3">
            <a:extLst>
              <a:ext uri="{FF2B5EF4-FFF2-40B4-BE49-F238E27FC236}">
                <a16:creationId xmlns:a16="http://schemas.microsoft.com/office/drawing/2014/main" id="{578DBA60-6F4A-CDEF-E714-412937022CAB}"/>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s-MX"/>
              <a:t>Haga clic para modificar los estilos de texto del patrón</a:t>
            </a:r>
          </a:p>
        </p:txBody>
      </p:sp>
      <p:sp>
        <p:nvSpPr>
          <p:cNvPr id="5" name="Marcador de fecha 4">
            <a:extLst>
              <a:ext uri="{FF2B5EF4-FFF2-40B4-BE49-F238E27FC236}">
                <a16:creationId xmlns:a16="http://schemas.microsoft.com/office/drawing/2014/main" id="{FE2BD7D4-6BD4-E5B6-0D60-552ED0BBE718}"/>
              </a:ext>
            </a:extLst>
          </p:cNvPr>
          <p:cNvSpPr>
            <a:spLocks noGrp="1"/>
          </p:cNvSpPr>
          <p:nvPr>
            <p:ph type="dt" sz="half" idx="10"/>
          </p:nvPr>
        </p:nvSpPr>
        <p:spPr/>
        <p:txBody>
          <a:bodyPr/>
          <a:lstStyle/>
          <a:p>
            <a:fld id="{87A09876-62AC-4B3E-B995-35F1DBFE7EBB}" type="datetimeFigureOut">
              <a:rPr lang="en-US" smtClean="0"/>
              <a:t>6/16/2026</a:t>
            </a:fld>
            <a:endParaRPr lang="en-US"/>
          </a:p>
        </p:txBody>
      </p:sp>
      <p:sp>
        <p:nvSpPr>
          <p:cNvPr id="6" name="Marcador de pie de página 5">
            <a:extLst>
              <a:ext uri="{FF2B5EF4-FFF2-40B4-BE49-F238E27FC236}">
                <a16:creationId xmlns:a16="http://schemas.microsoft.com/office/drawing/2014/main" id="{564091E5-C77D-6678-C590-FCE7BC7F501F}"/>
              </a:ext>
            </a:extLst>
          </p:cNvPr>
          <p:cNvSpPr>
            <a:spLocks noGrp="1"/>
          </p:cNvSpPr>
          <p:nvPr>
            <p:ph type="ftr" sz="quarter" idx="11"/>
          </p:nvPr>
        </p:nvSpPr>
        <p:spPr/>
        <p:txBody>
          <a:bodyPr/>
          <a:lstStyle/>
          <a:p>
            <a:endParaRPr lang="en-US"/>
          </a:p>
        </p:txBody>
      </p:sp>
      <p:sp>
        <p:nvSpPr>
          <p:cNvPr id="7" name="Marcador de número de diapositiva 6">
            <a:extLst>
              <a:ext uri="{FF2B5EF4-FFF2-40B4-BE49-F238E27FC236}">
                <a16:creationId xmlns:a16="http://schemas.microsoft.com/office/drawing/2014/main" id="{4620BBE9-8C5F-4D41-50E6-D71393C9F9A8}"/>
              </a:ext>
            </a:extLst>
          </p:cNvPr>
          <p:cNvSpPr>
            <a:spLocks noGrp="1"/>
          </p:cNvSpPr>
          <p:nvPr>
            <p:ph type="sldNum" sz="quarter" idx="12"/>
          </p:nvPr>
        </p:nvSpPr>
        <p:spPr/>
        <p:txBody>
          <a:bodyPr/>
          <a:lstStyle/>
          <a:p>
            <a:fld id="{157348AD-A998-4A3D-9C03-778291B738D6}" type="slidenum">
              <a:rPr lang="en-US" smtClean="0"/>
              <a:t>‹Nº›</a:t>
            </a:fld>
            <a:endParaRPr lang="en-US"/>
          </a:p>
        </p:txBody>
      </p:sp>
    </p:spTree>
    <p:extLst>
      <p:ext uri="{BB962C8B-B14F-4D97-AF65-F5344CB8AC3E}">
        <p14:creationId xmlns:p14="http://schemas.microsoft.com/office/powerpoint/2010/main" val="1921902431"/>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Imagen con título">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EB0DA692-C551-3ACF-5625-CEFE488EC13B}"/>
              </a:ext>
            </a:extLst>
          </p:cNvPr>
          <p:cNvSpPr>
            <a:spLocks noGrp="1"/>
          </p:cNvSpPr>
          <p:nvPr>
            <p:ph type="title"/>
          </p:nvPr>
        </p:nvSpPr>
        <p:spPr>
          <a:xfrm>
            <a:off x="839788" y="457200"/>
            <a:ext cx="3932237" cy="1600200"/>
          </a:xfrm>
        </p:spPr>
        <p:txBody>
          <a:bodyPr anchor="b"/>
          <a:lstStyle>
            <a:lvl1pPr>
              <a:defRPr sz="3200"/>
            </a:lvl1pPr>
          </a:lstStyle>
          <a:p>
            <a:r>
              <a:rPr lang="es-MX"/>
              <a:t>Haz clic para modificar el estilo de título del patrón</a:t>
            </a:r>
            <a:endParaRPr lang="en-US"/>
          </a:p>
        </p:txBody>
      </p:sp>
      <p:sp>
        <p:nvSpPr>
          <p:cNvPr id="3" name="Marcador de posición de imagen 2">
            <a:extLst>
              <a:ext uri="{FF2B5EF4-FFF2-40B4-BE49-F238E27FC236}">
                <a16:creationId xmlns:a16="http://schemas.microsoft.com/office/drawing/2014/main" id="{C1865D7E-1171-E6F9-4A78-BC1B7FCB14CC}"/>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Marcador de texto 3">
            <a:extLst>
              <a:ext uri="{FF2B5EF4-FFF2-40B4-BE49-F238E27FC236}">
                <a16:creationId xmlns:a16="http://schemas.microsoft.com/office/drawing/2014/main" id="{B247CF7C-4A8C-33F6-ADF3-7805D40A0CF9}"/>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s-MX"/>
              <a:t>Haga clic para modificar los estilos de texto del patrón</a:t>
            </a:r>
          </a:p>
        </p:txBody>
      </p:sp>
      <p:sp>
        <p:nvSpPr>
          <p:cNvPr id="5" name="Marcador de fecha 4">
            <a:extLst>
              <a:ext uri="{FF2B5EF4-FFF2-40B4-BE49-F238E27FC236}">
                <a16:creationId xmlns:a16="http://schemas.microsoft.com/office/drawing/2014/main" id="{DBB96CCD-FB64-1AC1-E3A4-C53440D9D0E9}"/>
              </a:ext>
            </a:extLst>
          </p:cNvPr>
          <p:cNvSpPr>
            <a:spLocks noGrp="1"/>
          </p:cNvSpPr>
          <p:nvPr>
            <p:ph type="dt" sz="half" idx="10"/>
          </p:nvPr>
        </p:nvSpPr>
        <p:spPr/>
        <p:txBody>
          <a:bodyPr/>
          <a:lstStyle/>
          <a:p>
            <a:fld id="{87A09876-62AC-4B3E-B995-35F1DBFE7EBB}" type="datetimeFigureOut">
              <a:rPr lang="en-US" smtClean="0"/>
              <a:t>6/16/2026</a:t>
            </a:fld>
            <a:endParaRPr lang="en-US"/>
          </a:p>
        </p:txBody>
      </p:sp>
      <p:sp>
        <p:nvSpPr>
          <p:cNvPr id="6" name="Marcador de pie de página 5">
            <a:extLst>
              <a:ext uri="{FF2B5EF4-FFF2-40B4-BE49-F238E27FC236}">
                <a16:creationId xmlns:a16="http://schemas.microsoft.com/office/drawing/2014/main" id="{515C5ABB-C0F4-D3B3-DE51-FB8CEBAA5586}"/>
              </a:ext>
            </a:extLst>
          </p:cNvPr>
          <p:cNvSpPr>
            <a:spLocks noGrp="1"/>
          </p:cNvSpPr>
          <p:nvPr>
            <p:ph type="ftr" sz="quarter" idx="11"/>
          </p:nvPr>
        </p:nvSpPr>
        <p:spPr/>
        <p:txBody>
          <a:bodyPr/>
          <a:lstStyle/>
          <a:p>
            <a:endParaRPr lang="en-US"/>
          </a:p>
        </p:txBody>
      </p:sp>
      <p:sp>
        <p:nvSpPr>
          <p:cNvPr id="7" name="Marcador de número de diapositiva 6">
            <a:extLst>
              <a:ext uri="{FF2B5EF4-FFF2-40B4-BE49-F238E27FC236}">
                <a16:creationId xmlns:a16="http://schemas.microsoft.com/office/drawing/2014/main" id="{21B5C441-8A15-1221-64BB-3E6BA2D74AA3}"/>
              </a:ext>
            </a:extLst>
          </p:cNvPr>
          <p:cNvSpPr>
            <a:spLocks noGrp="1"/>
          </p:cNvSpPr>
          <p:nvPr>
            <p:ph type="sldNum" sz="quarter" idx="12"/>
          </p:nvPr>
        </p:nvSpPr>
        <p:spPr/>
        <p:txBody>
          <a:bodyPr/>
          <a:lstStyle/>
          <a:p>
            <a:fld id="{157348AD-A998-4A3D-9C03-778291B738D6}" type="slidenum">
              <a:rPr lang="en-US" smtClean="0"/>
              <a:t>‹Nº›</a:t>
            </a:fld>
            <a:endParaRPr lang="en-US"/>
          </a:p>
        </p:txBody>
      </p:sp>
    </p:spTree>
    <p:extLst>
      <p:ext uri="{BB962C8B-B14F-4D97-AF65-F5344CB8AC3E}">
        <p14:creationId xmlns:p14="http://schemas.microsoft.com/office/powerpoint/2010/main" val="3309025512"/>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ítulo y texto vertical">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BBDA917F-8A42-ED75-0D14-1DE74375360E}"/>
              </a:ext>
            </a:extLst>
          </p:cNvPr>
          <p:cNvSpPr>
            <a:spLocks noGrp="1"/>
          </p:cNvSpPr>
          <p:nvPr>
            <p:ph type="title"/>
          </p:nvPr>
        </p:nvSpPr>
        <p:spPr/>
        <p:txBody>
          <a:bodyPr/>
          <a:lstStyle/>
          <a:p>
            <a:r>
              <a:rPr lang="es-MX"/>
              <a:t>Haz clic para modificar el estilo de título del patrón</a:t>
            </a:r>
            <a:endParaRPr lang="en-US"/>
          </a:p>
        </p:txBody>
      </p:sp>
      <p:sp>
        <p:nvSpPr>
          <p:cNvPr id="3" name="Marcador de texto vertical 2">
            <a:extLst>
              <a:ext uri="{FF2B5EF4-FFF2-40B4-BE49-F238E27FC236}">
                <a16:creationId xmlns:a16="http://schemas.microsoft.com/office/drawing/2014/main" id="{6B5D46D3-60FA-71EB-87D8-B6AF14D436C8}"/>
              </a:ext>
            </a:extLst>
          </p:cNvPr>
          <p:cNvSpPr>
            <a:spLocks noGrp="1"/>
          </p:cNvSpPr>
          <p:nvPr>
            <p:ph type="body" orient="vert" idx="1"/>
          </p:nvPr>
        </p:nvSpPr>
        <p:spPr/>
        <p:txBody>
          <a:bodyPr vert="eaVert"/>
          <a:lstStyle/>
          <a:p>
            <a:pPr lvl="0"/>
            <a:r>
              <a:rPr lang="es-MX"/>
              <a:t>Haga clic para modificar los estilos de texto del patrón</a:t>
            </a:r>
          </a:p>
          <a:p>
            <a:pPr lvl="1"/>
            <a:r>
              <a:rPr lang="es-MX"/>
              <a:t>Segundo nivel</a:t>
            </a:r>
          </a:p>
          <a:p>
            <a:pPr lvl="2"/>
            <a:r>
              <a:rPr lang="es-MX"/>
              <a:t>Tercer nivel</a:t>
            </a:r>
          </a:p>
          <a:p>
            <a:pPr lvl="3"/>
            <a:r>
              <a:rPr lang="es-MX"/>
              <a:t>Cuarto nivel</a:t>
            </a:r>
          </a:p>
          <a:p>
            <a:pPr lvl="4"/>
            <a:r>
              <a:rPr lang="es-MX"/>
              <a:t>Quinto nivel</a:t>
            </a:r>
            <a:endParaRPr lang="en-US"/>
          </a:p>
        </p:txBody>
      </p:sp>
      <p:sp>
        <p:nvSpPr>
          <p:cNvPr id="4" name="Marcador de fecha 3">
            <a:extLst>
              <a:ext uri="{FF2B5EF4-FFF2-40B4-BE49-F238E27FC236}">
                <a16:creationId xmlns:a16="http://schemas.microsoft.com/office/drawing/2014/main" id="{DBE5F3A7-93B9-5B33-B99C-2E1D5FB3C172}"/>
              </a:ext>
            </a:extLst>
          </p:cNvPr>
          <p:cNvSpPr>
            <a:spLocks noGrp="1"/>
          </p:cNvSpPr>
          <p:nvPr>
            <p:ph type="dt" sz="half" idx="10"/>
          </p:nvPr>
        </p:nvSpPr>
        <p:spPr/>
        <p:txBody>
          <a:bodyPr/>
          <a:lstStyle/>
          <a:p>
            <a:fld id="{87A09876-62AC-4B3E-B995-35F1DBFE7EBB}" type="datetimeFigureOut">
              <a:rPr lang="en-US" smtClean="0"/>
              <a:t>6/16/2026</a:t>
            </a:fld>
            <a:endParaRPr lang="en-US"/>
          </a:p>
        </p:txBody>
      </p:sp>
      <p:sp>
        <p:nvSpPr>
          <p:cNvPr id="5" name="Marcador de pie de página 4">
            <a:extLst>
              <a:ext uri="{FF2B5EF4-FFF2-40B4-BE49-F238E27FC236}">
                <a16:creationId xmlns:a16="http://schemas.microsoft.com/office/drawing/2014/main" id="{09E310C9-C1DE-F06E-70C3-33CA1DD419CA}"/>
              </a:ext>
            </a:extLst>
          </p:cNvPr>
          <p:cNvSpPr>
            <a:spLocks noGrp="1"/>
          </p:cNvSpPr>
          <p:nvPr>
            <p:ph type="ftr" sz="quarter" idx="11"/>
          </p:nvPr>
        </p:nvSpPr>
        <p:spPr/>
        <p:txBody>
          <a:bodyPr/>
          <a:lstStyle/>
          <a:p>
            <a:endParaRPr lang="en-US"/>
          </a:p>
        </p:txBody>
      </p:sp>
      <p:sp>
        <p:nvSpPr>
          <p:cNvPr id="6" name="Marcador de número de diapositiva 5">
            <a:extLst>
              <a:ext uri="{FF2B5EF4-FFF2-40B4-BE49-F238E27FC236}">
                <a16:creationId xmlns:a16="http://schemas.microsoft.com/office/drawing/2014/main" id="{98062832-5E06-DC39-235B-C353E3092160}"/>
              </a:ext>
            </a:extLst>
          </p:cNvPr>
          <p:cNvSpPr>
            <a:spLocks noGrp="1"/>
          </p:cNvSpPr>
          <p:nvPr>
            <p:ph type="sldNum" sz="quarter" idx="12"/>
          </p:nvPr>
        </p:nvSpPr>
        <p:spPr/>
        <p:txBody>
          <a:bodyPr/>
          <a:lstStyle/>
          <a:p>
            <a:fld id="{157348AD-A998-4A3D-9C03-778291B738D6}" type="slidenum">
              <a:rPr lang="en-US" smtClean="0"/>
              <a:t>‹Nº›</a:t>
            </a:fld>
            <a:endParaRPr lang="en-US"/>
          </a:p>
        </p:txBody>
      </p:sp>
    </p:spTree>
    <p:extLst>
      <p:ext uri="{BB962C8B-B14F-4D97-AF65-F5344CB8AC3E}">
        <p14:creationId xmlns:p14="http://schemas.microsoft.com/office/powerpoint/2010/main" val="2723985993"/>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Título vertical y texto">
    <p:spTree>
      <p:nvGrpSpPr>
        <p:cNvPr id="1" name=""/>
        <p:cNvGrpSpPr/>
        <p:nvPr/>
      </p:nvGrpSpPr>
      <p:grpSpPr>
        <a:xfrm>
          <a:off x="0" y="0"/>
          <a:ext cx="0" cy="0"/>
          <a:chOff x="0" y="0"/>
          <a:chExt cx="0" cy="0"/>
        </a:xfrm>
      </p:grpSpPr>
      <p:sp>
        <p:nvSpPr>
          <p:cNvPr id="2" name="Título vertical 1">
            <a:extLst>
              <a:ext uri="{FF2B5EF4-FFF2-40B4-BE49-F238E27FC236}">
                <a16:creationId xmlns:a16="http://schemas.microsoft.com/office/drawing/2014/main" id="{CCDE9587-3760-07E5-5F2E-F01E8C253E84}"/>
              </a:ext>
            </a:extLst>
          </p:cNvPr>
          <p:cNvSpPr>
            <a:spLocks noGrp="1"/>
          </p:cNvSpPr>
          <p:nvPr>
            <p:ph type="title" orient="vert"/>
          </p:nvPr>
        </p:nvSpPr>
        <p:spPr>
          <a:xfrm>
            <a:off x="8724900" y="365125"/>
            <a:ext cx="2628900" cy="5811838"/>
          </a:xfrm>
        </p:spPr>
        <p:txBody>
          <a:bodyPr vert="eaVert"/>
          <a:lstStyle/>
          <a:p>
            <a:r>
              <a:rPr lang="es-MX"/>
              <a:t>Haz clic para modificar el estilo de título del patrón</a:t>
            </a:r>
            <a:endParaRPr lang="en-US"/>
          </a:p>
        </p:txBody>
      </p:sp>
      <p:sp>
        <p:nvSpPr>
          <p:cNvPr id="3" name="Marcador de texto vertical 2">
            <a:extLst>
              <a:ext uri="{FF2B5EF4-FFF2-40B4-BE49-F238E27FC236}">
                <a16:creationId xmlns:a16="http://schemas.microsoft.com/office/drawing/2014/main" id="{F83BC921-584E-4656-DBE2-E845A18EF36A}"/>
              </a:ext>
            </a:extLst>
          </p:cNvPr>
          <p:cNvSpPr>
            <a:spLocks noGrp="1"/>
          </p:cNvSpPr>
          <p:nvPr>
            <p:ph type="body" orient="vert" idx="1"/>
          </p:nvPr>
        </p:nvSpPr>
        <p:spPr>
          <a:xfrm>
            <a:off x="838200" y="365125"/>
            <a:ext cx="7734300" cy="5811838"/>
          </a:xfrm>
        </p:spPr>
        <p:txBody>
          <a:bodyPr vert="eaVert"/>
          <a:lstStyle/>
          <a:p>
            <a:pPr lvl="0"/>
            <a:r>
              <a:rPr lang="es-MX"/>
              <a:t>Haga clic para modificar los estilos de texto del patrón</a:t>
            </a:r>
          </a:p>
          <a:p>
            <a:pPr lvl="1"/>
            <a:r>
              <a:rPr lang="es-MX"/>
              <a:t>Segundo nivel</a:t>
            </a:r>
          </a:p>
          <a:p>
            <a:pPr lvl="2"/>
            <a:r>
              <a:rPr lang="es-MX"/>
              <a:t>Tercer nivel</a:t>
            </a:r>
          </a:p>
          <a:p>
            <a:pPr lvl="3"/>
            <a:r>
              <a:rPr lang="es-MX"/>
              <a:t>Cuarto nivel</a:t>
            </a:r>
          </a:p>
          <a:p>
            <a:pPr lvl="4"/>
            <a:r>
              <a:rPr lang="es-MX"/>
              <a:t>Quinto nivel</a:t>
            </a:r>
            <a:endParaRPr lang="en-US"/>
          </a:p>
        </p:txBody>
      </p:sp>
      <p:sp>
        <p:nvSpPr>
          <p:cNvPr id="4" name="Marcador de fecha 3">
            <a:extLst>
              <a:ext uri="{FF2B5EF4-FFF2-40B4-BE49-F238E27FC236}">
                <a16:creationId xmlns:a16="http://schemas.microsoft.com/office/drawing/2014/main" id="{E865357F-8FC1-262E-7EFC-16C1193B5237}"/>
              </a:ext>
            </a:extLst>
          </p:cNvPr>
          <p:cNvSpPr>
            <a:spLocks noGrp="1"/>
          </p:cNvSpPr>
          <p:nvPr>
            <p:ph type="dt" sz="half" idx="10"/>
          </p:nvPr>
        </p:nvSpPr>
        <p:spPr/>
        <p:txBody>
          <a:bodyPr/>
          <a:lstStyle/>
          <a:p>
            <a:fld id="{87A09876-62AC-4B3E-B995-35F1DBFE7EBB}" type="datetimeFigureOut">
              <a:rPr lang="en-US" smtClean="0"/>
              <a:t>6/16/2026</a:t>
            </a:fld>
            <a:endParaRPr lang="en-US"/>
          </a:p>
        </p:txBody>
      </p:sp>
      <p:sp>
        <p:nvSpPr>
          <p:cNvPr id="5" name="Marcador de pie de página 4">
            <a:extLst>
              <a:ext uri="{FF2B5EF4-FFF2-40B4-BE49-F238E27FC236}">
                <a16:creationId xmlns:a16="http://schemas.microsoft.com/office/drawing/2014/main" id="{9E1921B1-FA5C-BF47-1FDC-606911035554}"/>
              </a:ext>
            </a:extLst>
          </p:cNvPr>
          <p:cNvSpPr>
            <a:spLocks noGrp="1"/>
          </p:cNvSpPr>
          <p:nvPr>
            <p:ph type="ftr" sz="quarter" idx="11"/>
          </p:nvPr>
        </p:nvSpPr>
        <p:spPr/>
        <p:txBody>
          <a:bodyPr/>
          <a:lstStyle/>
          <a:p>
            <a:endParaRPr lang="en-US"/>
          </a:p>
        </p:txBody>
      </p:sp>
      <p:sp>
        <p:nvSpPr>
          <p:cNvPr id="6" name="Marcador de número de diapositiva 5">
            <a:extLst>
              <a:ext uri="{FF2B5EF4-FFF2-40B4-BE49-F238E27FC236}">
                <a16:creationId xmlns:a16="http://schemas.microsoft.com/office/drawing/2014/main" id="{C6094725-EE54-29AA-C8A2-36D8AE6820E4}"/>
              </a:ext>
            </a:extLst>
          </p:cNvPr>
          <p:cNvSpPr>
            <a:spLocks noGrp="1"/>
          </p:cNvSpPr>
          <p:nvPr>
            <p:ph type="sldNum" sz="quarter" idx="12"/>
          </p:nvPr>
        </p:nvSpPr>
        <p:spPr/>
        <p:txBody>
          <a:bodyPr/>
          <a:lstStyle/>
          <a:p>
            <a:fld id="{157348AD-A998-4A3D-9C03-778291B738D6}" type="slidenum">
              <a:rPr lang="en-US" smtClean="0"/>
              <a:t>‹Nº›</a:t>
            </a:fld>
            <a:endParaRPr lang="en-US"/>
          </a:p>
        </p:txBody>
      </p:sp>
    </p:spTree>
    <p:extLst>
      <p:ext uri="{BB962C8B-B14F-4D97-AF65-F5344CB8AC3E}">
        <p14:creationId xmlns:p14="http://schemas.microsoft.com/office/powerpoint/2010/main" val="3901922761"/>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Marcador de título 1">
            <a:extLst>
              <a:ext uri="{FF2B5EF4-FFF2-40B4-BE49-F238E27FC236}">
                <a16:creationId xmlns:a16="http://schemas.microsoft.com/office/drawing/2014/main" id="{4C2981F2-5468-4048-53AA-5D3CB2BB6364}"/>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s-MX"/>
              <a:t>Haz clic para modificar el estilo de título del patrón</a:t>
            </a:r>
            <a:endParaRPr lang="en-US"/>
          </a:p>
        </p:txBody>
      </p:sp>
      <p:sp>
        <p:nvSpPr>
          <p:cNvPr id="3" name="Marcador de texto 2">
            <a:extLst>
              <a:ext uri="{FF2B5EF4-FFF2-40B4-BE49-F238E27FC236}">
                <a16:creationId xmlns:a16="http://schemas.microsoft.com/office/drawing/2014/main" id="{729534CB-B1FA-9393-6593-CCC109E74765}"/>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s-MX"/>
              <a:t>Haga clic para modificar los estilos de texto del patrón</a:t>
            </a:r>
          </a:p>
          <a:p>
            <a:pPr lvl="1"/>
            <a:r>
              <a:rPr lang="es-MX"/>
              <a:t>Segundo nivel</a:t>
            </a:r>
          </a:p>
          <a:p>
            <a:pPr lvl="2"/>
            <a:r>
              <a:rPr lang="es-MX"/>
              <a:t>Tercer nivel</a:t>
            </a:r>
          </a:p>
          <a:p>
            <a:pPr lvl="3"/>
            <a:r>
              <a:rPr lang="es-MX"/>
              <a:t>Cuarto nivel</a:t>
            </a:r>
          </a:p>
          <a:p>
            <a:pPr lvl="4"/>
            <a:r>
              <a:rPr lang="es-MX"/>
              <a:t>Quinto nivel</a:t>
            </a:r>
            <a:endParaRPr lang="en-US"/>
          </a:p>
        </p:txBody>
      </p:sp>
      <p:sp>
        <p:nvSpPr>
          <p:cNvPr id="4" name="Marcador de fecha 3">
            <a:extLst>
              <a:ext uri="{FF2B5EF4-FFF2-40B4-BE49-F238E27FC236}">
                <a16:creationId xmlns:a16="http://schemas.microsoft.com/office/drawing/2014/main" id="{4DAAECA9-F9C9-FB14-5653-2EBF9EF54318}"/>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87A09876-62AC-4B3E-B995-35F1DBFE7EBB}" type="datetimeFigureOut">
              <a:rPr lang="en-US" smtClean="0"/>
              <a:t>6/16/2026</a:t>
            </a:fld>
            <a:endParaRPr lang="en-US"/>
          </a:p>
        </p:txBody>
      </p:sp>
      <p:sp>
        <p:nvSpPr>
          <p:cNvPr id="5" name="Marcador de pie de página 4">
            <a:extLst>
              <a:ext uri="{FF2B5EF4-FFF2-40B4-BE49-F238E27FC236}">
                <a16:creationId xmlns:a16="http://schemas.microsoft.com/office/drawing/2014/main" id="{A30EDEEE-B69A-54EA-8A4B-636639A9F768}"/>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Marcador de número de diapositiva 5">
            <a:extLst>
              <a:ext uri="{FF2B5EF4-FFF2-40B4-BE49-F238E27FC236}">
                <a16:creationId xmlns:a16="http://schemas.microsoft.com/office/drawing/2014/main" id="{A05DDD59-44B7-8943-454F-1B61B51E1345}"/>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157348AD-A998-4A3D-9C03-778291B738D6}" type="slidenum">
              <a:rPr lang="en-US" smtClean="0"/>
              <a:t>‹Nº›</a:t>
            </a:fld>
            <a:endParaRPr lang="en-US"/>
          </a:p>
        </p:txBody>
      </p:sp>
    </p:spTree>
    <p:extLst>
      <p:ext uri="{BB962C8B-B14F-4D97-AF65-F5344CB8AC3E}">
        <p14:creationId xmlns:p14="http://schemas.microsoft.com/office/powerpoint/2010/main" val="194571873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hyperlink" Target="https://github.com/elchecho3000-blip/Ciberseguridad-bootcamp/tree/main/An%C3%A1lisis%20Forense" TargetMode="External"/><Relationship Id="rId1" Type="http://schemas.openxmlformats.org/officeDocument/2006/relationships/slideLayout" Target="../slideLayouts/slideLayout2.xml"/><Relationship Id="rId4" Type="http://schemas.openxmlformats.org/officeDocument/2006/relationships/image" Target="../media/image2.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Marcador de contenido 6">
            <a:extLst>
              <a:ext uri="{FF2B5EF4-FFF2-40B4-BE49-F238E27FC236}">
                <a16:creationId xmlns:a16="http://schemas.microsoft.com/office/drawing/2014/main" id="{C92AB771-0ADD-99B2-D56D-9D6632AA92C8}"/>
              </a:ext>
            </a:extLst>
          </p:cNvPr>
          <p:cNvSpPr>
            <a:spLocks noGrp="1"/>
          </p:cNvSpPr>
          <p:nvPr>
            <p:ph idx="1"/>
          </p:nvPr>
        </p:nvSpPr>
        <p:spPr>
          <a:xfrm>
            <a:off x="263236" y="2685039"/>
            <a:ext cx="11707091" cy="4076413"/>
          </a:xfrm>
        </p:spPr>
        <p:txBody>
          <a:bodyPr>
            <a:normAutofit fontScale="92500" lnSpcReduction="10000"/>
          </a:bodyPr>
          <a:lstStyle/>
          <a:p>
            <a:pPr marL="0" indent="0">
              <a:buNone/>
            </a:pPr>
            <a:r>
              <a:rPr lang="es-DO" b="1" dirty="0"/>
              <a:t>Participante: </a:t>
            </a:r>
            <a:r>
              <a:rPr lang="es-DO" dirty="0"/>
              <a:t>Luis Ramón Reyes </a:t>
            </a:r>
            <a:r>
              <a:rPr lang="es-DO" dirty="0" err="1"/>
              <a:t>Volquez</a:t>
            </a:r>
            <a:r>
              <a:rPr lang="es-DO" dirty="0"/>
              <a:t>	</a:t>
            </a:r>
          </a:p>
          <a:p>
            <a:pPr marL="0" indent="0">
              <a:buNone/>
            </a:pPr>
            <a:r>
              <a:rPr lang="es-DO" b="1" dirty="0"/>
              <a:t>Técnico: </a:t>
            </a:r>
            <a:r>
              <a:rPr lang="es-DO" dirty="0"/>
              <a:t>Ciberseguridad</a:t>
            </a:r>
          </a:p>
          <a:p>
            <a:pPr marL="0" indent="0">
              <a:buNone/>
            </a:pPr>
            <a:r>
              <a:rPr lang="es-DO" b="1" dirty="0"/>
              <a:t>Módulo: </a:t>
            </a:r>
            <a:r>
              <a:rPr lang="es-DO" dirty="0" smtClean="0"/>
              <a:t>Análisis Forense</a:t>
            </a:r>
            <a:endParaRPr lang="es-DO" dirty="0"/>
          </a:p>
          <a:p>
            <a:pPr marL="0" indent="0">
              <a:buNone/>
            </a:pPr>
            <a:r>
              <a:rPr lang="es-DO" b="1" dirty="0"/>
              <a:t>Facilitador: </a:t>
            </a:r>
            <a:r>
              <a:rPr lang="es-DO" dirty="0"/>
              <a:t>Kevin Feliz </a:t>
            </a:r>
            <a:r>
              <a:rPr lang="es-DO" dirty="0" smtClean="0"/>
              <a:t>Henríquez</a:t>
            </a:r>
            <a:endParaRPr lang="es-DO" dirty="0"/>
          </a:p>
          <a:p>
            <a:pPr marL="0" indent="0">
              <a:buNone/>
            </a:pPr>
            <a:r>
              <a:rPr lang="es-DO" b="1" dirty="0"/>
              <a:t>Centro: </a:t>
            </a:r>
            <a:r>
              <a:rPr lang="es-DO" dirty="0" err="1"/>
              <a:t>Cyberclass</a:t>
            </a:r>
            <a:r>
              <a:rPr lang="es-DO" dirty="0"/>
              <a:t> - INFOTEP</a:t>
            </a:r>
          </a:p>
          <a:p>
            <a:pPr marL="0" indent="0">
              <a:buNone/>
            </a:pPr>
            <a:r>
              <a:rPr lang="es-DO" b="1" dirty="0"/>
              <a:t>Práctica: </a:t>
            </a:r>
            <a:r>
              <a:rPr lang="es-DO" dirty="0"/>
              <a:t>Fundamentos de </a:t>
            </a:r>
            <a:r>
              <a:rPr lang="es-DO" dirty="0" smtClean="0"/>
              <a:t>Informática Forense </a:t>
            </a:r>
          </a:p>
          <a:p>
            <a:pPr marL="0" indent="0">
              <a:buNone/>
            </a:pPr>
            <a:r>
              <a:rPr lang="es-DO" b="1" dirty="0" smtClean="0"/>
              <a:t>Descripción</a:t>
            </a:r>
            <a:r>
              <a:rPr lang="es-DO" b="1" dirty="0"/>
              <a:t>: </a:t>
            </a:r>
            <a:r>
              <a:rPr lang="es-DO" dirty="0" smtClean="0"/>
              <a:t>Investigación acerca de la informática forense a nivel global.</a:t>
            </a:r>
            <a:endParaRPr lang="es-DO" dirty="0"/>
          </a:p>
          <a:p>
            <a:pPr marL="0" indent="0">
              <a:buNone/>
            </a:pPr>
            <a:r>
              <a:rPr lang="es-DO" b="1" dirty="0"/>
              <a:t>Link de GitHub: </a:t>
            </a:r>
            <a:r>
              <a:rPr lang="es-DO" dirty="0" smtClean="0">
                <a:hlinkClick r:id="rId2"/>
              </a:rPr>
              <a:t>https://github.com/elchecho3000-blip/Ciberseguridad-bootcamp/tree/main/An%C3%A1lisis%20Forense</a:t>
            </a:r>
            <a:endParaRPr lang="en-US" dirty="0"/>
          </a:p>
        </p:txBody>
      </p:sp>
      <p:pic>
        <p:nvPicPr>
          <p:cNvPr id="9" name="Imagen 8">
            <a:extLst>
              <a:ext uri="{FF2B5EF4-FFF2-40B4-BE49-F238E27FC236}">
                <a16:creationId xmlns:a16="http://schemas.microsoft.com/office/drawing/2014/main" id="{FA5D422F-3A50-7316-164A-9988FFF19F28}"/>
              </a:ext>
            </a:extLst>
          </p:cNvPr>
          <p:cNvPicPr>
            <a:picLocks noChangeAspect="1"/>
          </p:cNvPicPr>
          <p:nvPr/>
        </p:nvPicPr>
        <p:blipFill>
          <a:blip r:embed="rId3"/>
          <a:stretch>
            <a:fillRect/>
          </a:stretch>
        </p:blipFill>
        <p:spPr>
          <a:xfrm>
            <a:off x="6116781" y="1027144"/>
            <a:ext cx="4505954" cy="1228896"/>
          </a:xfrm>
          <a:prstGeom prst="rect">
            <a:avLst/>
          </a:prstGeom>
        </p:spPr>
      </p:pic>
      <p:pic>
        <p:nvPicPr>
          <p:cNvPr id="1028" name="Picture 4">
            <a:extLst>
              <a:ext uri="{FF2B5EF4-FFF2-40B4-BE49-F238E27FC236}">
                <a16:creationId xmlns:a16="http://schemas.microsoft.com/office/drawing/2014/main" id="{EA604EA8-DA9D-BB26-AE97-B776E9D4B6BD}"/>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1676399" y="65290"/>
            <a:ext cx="4162425" cy="219075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574461707"/>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Marcador de contenido 2"/>
          <p:cNvSpPr>
            <a:spLocks noGrp="1"/>
          </p:cNvSpPr>
          <p:nvPr>
            <p:ph idx="1"/>
          </p:nvPr>
        </p:nvSpPr>
        <p:spPr>
          <a:xfrm>
            <a:off x="838199" y="2393662"/>
            <a:ext cx="10515600" cy="4351338"/>
          </a:xfrm>
        </p:spPr>
        <p:txBody>
          <a:bodyPr/>
          <a:lstStyle/>
          <a:p>
            <a:r>
              <a:rPr lang="es-ES" dirty="0"/>
              <a:t>La </a:t>
            </a:r>
            <a:r>
              <a:rPr lang="es-ES" b="1" dirty="0"/>
              <a:t>informática forense</a:t>
            </a:r>
            <a:r>
              <a:rPr lang="es-ES" dirty="0"/>
              <a:t> es una disciplina científica y técnica que se encarga de identificar, preservar, analizar y presentar datos digitales de manera que sean válidos como prueba en un proceso legal o de investigación</a:t>
            </a:r>
            <a:r>
              <a:rPr lang="es-ES" dirty="0" smtClean="0"/>
              <a:t>.</a:t>
            </a:r>
          </a:p>
          <a:p>
            <a:pPr marL="0" indent="0">
              <a:buNone/>
            </a:pPr>
            <a:endParaRPr lang="es-ES" dirty="0"/>
          </a:p>
          <a:p>
            <a:r>
              <a:rPr lang="es-ES" dirty="0"/>
              <a:t>En pocas palabras: son los "detectives" del mundo digital. Cuando ocurre un </a:t>
            </a:r>
            <a:r>
              <a:rPr lang="es-ES" dirty="0" err="1"/>
              <a:t>ciberdelito</a:t>
            </a:r>
            <a:r>
              <a:rPr lang="es-ES" dirty="0"/>
              <a:t>, un </a:t>
            </a:r>
            <a:r>
              <a:rPr lang="es-ES" dirty="0" err="1"/>
              <a:t>hackeo</a:t>
            </a:r>
            <a:r>
              <a:rPr lang="es-ES" dirty="0"/>
              <a:t> o un fraude, los expertos en esta área entran en acción.</a:t>
            </a:r>
          </a:p>
          <a:p>
            <a:endParaRPr lang="es-DO" dirty="0"/>
          </a:p>
        </p:txBody>
      </p:sp>
      <p:sp>
        <p:nvSpPr>
          <p:cNvPr id="4" name="Título 3"/>
          <p:cNvSpPr>
            <a:spLocks noGrp="1"/>
          </p:cNvSpPr>
          <p:nvPr>
            <p:ph type="title"/>
          </p:nvPr>
        </p:nvSpPr>
        <p:spPr>
          <a:xfrm>
            <a:off x="1984662" y="1307234"/>
            <a:ext cx="8222673" cy="590839"/>
          </a:xfrm>
        </p:spPr>
        <p:txBody>
          <a:bodyPr>
            <a:normAutofit fontScale="90000"/>
          </a:bodyPr>
          <a:lstStyle/>
          <a:p>
            <a:r>
              <a:rPr lang="es-DO" dirty="0" smtClean="0"/>
              <a:t>Concepto de la Informática </a:t>
            </a:r>
            <a:r>
              <a:rPr lang="es-DO" dirty="0"/>
              <a:t>Forense </a:t>
            </a:r>
            <a:br>
              <a:rPr lang="es-DO" dirty="0"/>
            </a:br>
            <a:endParaRPr lang="es-DO" dirty="0"/>
          </a:p>
        </p:txBody>
      </p:sp>
    </p:spTree>
    <p:extLst>
      <p:ext uri="{BB962C8B-B14F-4D97-AF65-F5344CB8AC3E}">
        <p14:creationId xmlns:p14="http://schemas.microsoft.com/office/powerpoint/2010/main" val="1777451336"/>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Marcador de contenido 2"/>
          <p:cNvSpPr>
            <a:spLocks noGrp="1"/>
          </p:cNvSpPr>
          <p:nvPr>
            <p:ph idx="1"/>
          </p:nvPr>
        </p:nvSpPr>
        <p:spPr>
          <a:xfrm>
            <a:off x="865909" y="457200"/>
            <a:ext cx="10515600" cy="5403273"/>
          </a:xfrm>
        </p:spPr>
        <p:txBody>
          <a:bodyPr>
            <a:normAutofit/>
          </a:bodyPr>
          <a:lstStyle/>
          <a:p>
            <a:endParaRPr lang="es-ES" b="1" dirty="0" smtClean="0"/>
          </a:p>
          <a:p>
            <a:pPr marL="0" indent="0">
              <a:buNone/>
            </a:pPr>
            <a:endParaRPr lang="es-ES" b="1" dirty="0" smtClean="0"/>
          </a:p>
          <a:p>
            <a:pPr marL="0" indent="0" algn="ctr">
              <a:buNone/>
            </a:pPr>
            <a:r>
              <a:rPr lang="es-ES" b="1" dirty="0" smtClean="0"/>
              <a:t>¿</a:t>
            </a:r>
            <a:r>
              <a:rPr lang="es-ES" b="1" dirty="0"/>
              <a:t>Cuáles son las fases de la informática forense</a:t>
            </a:r>
            <a:r>
              <a:rPr lang="es-ES" b="1" dirty="0" smtClean="0"/>
              <a:t>?</a:t>
            </a:r>
          </a:p>
          <a:p>
            <a:pPr marL="0" indent="0">
              <a:buNone/>
            </a:pPr>
            <a:endParaRPr lang="es-ES" b="1" dirty="0"/>
          </a:p>
          <a:p>
            <a:pPr marL="0" indent="0">
              <a:buNone/>
            </a:pPr>
            <a:r>
              <a:rPr lang="es-ES" dirty="0" smtClean="0"/>
              <a:t>Para </a:t>
            </a:r>
            <a:r>
              <a:rPr lang="es-ES" dirty="0"/>
              <a:t>que las pruebas encontradas en un teléfono, computadora o </a:t>
            </a:r>
            <a:r>
              <a:rPr lang="es-ES" dirty="0" smtClean="0"/>
              <a:t>          servidor </a:t>
            </a:r>
            <a:r>
              <a:rPr lang="es-ES" dirty="0"/>
              <a:t>sean válidas ante un juez, los investigadores deben seguir un proceso estrictamente estructurado</a:t>
            </a:r>
            <a:r>
              <a:rPr lang="es-ES" dirty="0" smtClean="0"/>
              <a:t>:</a:t>
            </a:r>
          </a:p>
          <a:p>
            <a:endParaRPr lang="es-ES" dirty="0"/>
          </a:p>
          <a:p>
            <a:r>
              <a:rPr lang="es-ES" b="1" dirty="0"/>
              <a:t>Identificación:</a:t>
            </a:r>
            <a:r>
              <a:rPr lang="es-ES" dirty="0"/>
              <a:t> Se determina qué dispositivos están involucrados en el caso (discos duros, celulares, memorias USB, la nube) y qué datos podrían ser relevantes</a:t>
            </a:r>
            <a:r>
              <a:rPr lang="es-ES" dirty="0" smtClean="0"/>
              <a:t>.</a:t>
            </a:r>
            <a:endParaRPr lang="es-ES" dirty="0"/>
          </a:p>
          <a:p>
            <a:pPr marL="0" indent="0">
              <a:buNone/>
            </a:pPr>
            <a:endParaRPr lang="es-DO" dirty="0"/>
          </a:p>
        </p:txBody>
      </p:sp>
    </p:spTree>
    <p:extLst>
      <p:ext uri="{BB962C8B-B14F-4D97-AF65-F5344CB8AC3E}">
        <p14:creationId xmlns:p14="http://schemas.microsoft.com/office/powerpoint/2010/main" val="2875085073"/>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Marcador de contenido 2"/>
          <p:cNvSpPr>
            <a:spLocks noGrp="1"/>
          </p:cNvSpPr>
          <p:nvPr>
            <p:ph idx="1"/>
          </p:nvPr>
        </p:nvSpPr>
        <p:spPr>
          <a:xfrm>
            <a:off x="921327" y="678872"/>
            <a:ext cx="10515600" cy="5886018"/>
          </a:xfrm>
        </p:spPr>
        <p:txBody>
          <a:bodyPr/>
          <a:lstStyle/>
          <a:p>
            <a:r>
              <a:rPr lang="es-ES" b="1" dirty="0"/>
              <a:t>Preservación:</a:t>
            </a:r>
            <a:r>
              <a:rPr lang="es-ES" dirty="0"/>
              <a:t> Es el paso más crítico. Se realiza una copia exacta byte por byte del dispositivo original (llamada </a:t>
            </a:r>
            <a:r>
              <a:rPr lang="es-ES" b="1" dirty="0"/>
              <a:t>imagen forense</a:t>
            </a:r>
            <a:r>
              <a:rPr lang="es-ES" dirty="0"/>
              <a:t>) para trabajar sobre ella. Esto asegura que la evidencia original no se altere ni se destruya. Aquí se utiliza la </a:t>
            </a:r>
            <a:r>
              <a:rPr lang="es-ES" i="1" dirty="0"/>
              <a:t>cadena de custodia</a:t>
            </a:r>
            <a:r>
              <a:rPr lang="es-ES" dirty="0" smtClean="0"/>
              <a:t>.</a:t>
            </a:r>
          </a:p>
          <a:p>
            <a:pPr marL="0" indent="0">
              <a:buNone/>
            </a:pPr>
            <a:endParaRPr lang="es-ES" dirty="0"/>
          </a:p>
          <a:p>
            <a:r>
              <a:rPr lang="es-ES" b="1" dirty="0" smtClean="0"/>
              <a:t>Análisis</a:t>
            </a:r>
            <a:r>
              <a:rPr lang="es-ES" b="1" dirty="0"/>
              <a:t>:</a:t>
            </a:r>
            <a:r>
              <a:rPr lang="es-ES" dirty="0"/>
              <a:t> Los expertos usan software especializado para recuperar archivos borrados, revisar el historial de navegación, descifrar mensajes ocultos y reconstruir la línea de tiempo de lo que sucedió</a:t>
            </a:r>
            <a:r>
              <a:rPr lang="es-ES" dirty="0" smtClean="0"/>
              <a:t>.</a:t>
            </a:r>
          </a:p>
          <a:p>
            <a:pPr marL="0" indent="0">
              <a:buNone/>
            </a:pPr>
            <a:endParaRPr lang="es-ES" dirty="0"/>
          </a:p>
          <a:p>
            <a:r>
              <a:rPr lang="es-ES" b="1" dirty="0"/>
              <a:t>Presentación:</a:t>
            </a:r>
            <a:r>
              <a:rPr lang="es-ES" dirty="0"/>
              <a:t> Se redacta un informe técnico detallado pero comprensible para personas que no son expertas en tecnología (como jueces o abogados), explicando los hallazgos y cómo se obtuvieron.</a:t>
            </a:r>
          </a:p>
          <a:p>
            <a:endParaRPr lang="es-DO" dirty="0"/>
          </a:p>
        </p:txBody>
      </p:sp>
    </p:spTree>
    <p:extLst>
      <p:ext uri="{BB962C8B-B14F-4D97-AF65-F5344CB8AC3E}">
        <p14:creationId xmlns:p14="http://schemas.microsoft.com/office/powerpoint/2010/main" val="498453669"/>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Marcador de contenido 2"/>
          <p:cNvSpPr>
            <a:spLocks noGrp="1"/>
          </p:cNvSpPr>
          <p:nvPr>
            <p:ph idx="1"/>
          </p:nvPr>
        </p:nvSpPr>
        <p:spPr>
          <a:xfrm>
            <a:off x="768928" y="498765"/>
            <a:ext cx="10515600" cy="6190818"/>
          </a:xfrm>
        </p:spPr>
        <p:txBody>
          <a:bodyPr>
            <a:normAutofit lnSpcReduction="10000"/>
          </a:bodyPr>
          <a:lstStyle/>
          <a:p>
            <a:pPr marL="0" indent="0" algn="ctr">
              <a:buNone/>
            </a:pPr>
            <a:r>
              <a:rPr lang="es-ES" b="1" dirty="0"/>
              <a:t>¿Qué se puede descubrir con ella</a:t>
            </a:r>
            <a:r>
              <a:rPr lang="es-ES" b="1" dirty="0" smtClean="0"/>
              <a:t>?</a:t>
            </a:r>
          </a:p>
          <a:p>
            <a:pPr marL="0" indent="0" algn="ctr">
              <a:buNone/>
            </a:pPr>
            <a:endParaRPr lang="es-ES" b="1" dirty="0"/>
          </a:p>
          <a:p>
            <a:pPr marL="0" indent="0">
              <a:buNone/>
            </a:pPr>
            <a:r>
              <a:rPr lang="es-ES" dirty="0" smtClean="0"/>
              <a:t>Los </a:t>
            </a:r>
            <a:r>
              <a:rPr lang="es-ES" dirty="0"/>
              <a:t>alcances de esta disciplina son asombrosos. Un informático </a:t>
            </a:r>
            <a:r>
              <a:rPr lang="es-ES" dirty="0" smtClean="0"/>
              <a:t>     forense </a:t>
            </a:r>
            <a:r>
              <a:rPr lang="es-ES" dirty="0"/>
              <a:t>puede averiguar</a:t>
            </a:r>
            <a:r>
              <a:rPr lang="es-ES" dirty="0" smtClean="0"/>
              <a:t>:</a:t>
            </a:r>
          </a:p>
          <a:p>
            <a:pPr marL="0" indent="0">
              <a:buNone/>
            </a:pPr>
            <a:endParaRPr lang="es-ES" dirty="0"/>
          </a:p>
          <a:p>
            <a:r>
              <a:rPr lang="es-ES" b="1" dirty="0"/>
              <a:t>Archivos eliminados:</a:t>
            </a:r>
            <a:r>
              <a:rPr lang="es-ES" dirty="0"/>
              <a:t> Aunque vacíes la papelera de reciclaje, los datos suelen quedarse en el disco duro hasta que se sobrescriben.</a:t>
            </a:r>
          </a:p>
          <a:p>
            <a:r>
              <a:rPr lang="es-ES" b="1" dirty="0"/>
              <a:t>Actividad en la red:</a:t>
            </a:r>
            <a:r>
              <a:rPr lang="es-ES" dirty="0"/>
              <a:t> Qué páginas web se visitaron, a qué hora y desde qué dirección IP.</a:t>
            </a:r>
          </a:p>
          <a:p>
            <a:r>
              <a:rPr lang="es-ES" b="1" dirty="0"/>
              <a:t>Metadatos:</a:t>
            </a:r>
            <a:r>
              <a:rPr lang="es-ES" dirty="0"/>
              <a:t> Información oculta en las fotos o documentos que indica exactamente cuándo se crearon, con qué dispositivo e incluso las coordenadas GPS de dónde se tomaron.</a:t>
            </a:r>
          </a:p>
          <a:p>
            <a:r>
              <a:rPr lang="es-ES" b="1" dirty="0"/>
              <a:t>Suplantación de identidad:</a:t>
            </a:r>
            <a:r>
              <a:rPr lang="es-ES" dirty="0"/>
              <a:t> Rastrear el origen real de un correo electrónico o un mensaje acosador.</a:t>
            </a:r>
          </a:p>
          <a:p>
            <a:endParaRPr lang="es-DO" dirty="0"/>
          </a:p>
        </p:txBody>
      </p:sp>
    </p:spTree>
    <p:extLst>
      <p:ext uri="{BB962C8B-B14F-4D97-AF65-F5344CB8AC3E}">
        <p14:creationId xmlns:p14="http://schemas.microsoft.com/office/powerpoint/2010/main" val="343996433"/>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Marcador de contenido 2"/>
          <p:cNvSpPr>
            <a:spLocks noGrp="1"/>
          </p:cNvSpPr>
          <p:nvPr>
            <p:ph idx="1"/>
          </p:nvPr>
        </p:nvSpPr>
        <p:spPr>
          <a:xfrm>
            <a:off x="862263" y="1499184"/>
            <a:ext cx="10515600" cy="5358816"/>
          </a:xfrm>
        </p:spPr>
        <p:txBody>
          <a:bodyPr>
            <a:normAutofit/>
          </a:bodyPr>
          <a:lstStyle/>
          <a:p>
            <a:pPr marL="0" indent="0" algn="ctr">
              <a:buNone/>
            </a:pPr>
            <a:r>
              <a:rPr lang="es-ES" sz="3200" b="1" dirty="0"/>
              <a:t>¿Qué es una evidencia digital</a:t>
            </a:r>
            <a:r>
              <a:rPr lang="es-ES" sz="3200" b="1" dirty="0" smtClean="0"/>
              <a:t>?</a:t>
            </a:r>
          </a:p>
          <a:p>
            <a:endParaRPr lang="es-ES" b="1" dirty="0" smtClean="0"/>
          </a:p>
          <a:p>
            <a:endParaRPr lang="es-ES" b="1" dirty="0"/>
          </a:p>
          <a:p>
            <a:pPr marL="0" indent="0">
              <a:buNone/>
            </a:pPr>
            <a:r>
              <a:rPr lang="es-ES" dirty="0"/>
              <a:t>Una </a:t>
            </a:r>
            <a:r>
              <a:rPr lang="es-ES" b="1" dirty="0"/>
              <a:t>evidencia digital</a:t>
            </a:r>
            <a:r>
              <a:rPr lang="es-ES" dirty="0"/>
              <a:t> (o prueba informática) es cualquier información con valor probatorio que se encuentra almacenada o es transmitida en un formato digital. Según la norma internacional </a:t>
            </a:r>
            <a:r>
              <a:rPr lang="es-ES" b="1" dirty="0"/>
              <a:t>ISO/IEC 27037</a:t>
            </a:r>
            <a:r>
              <a:rPr lang="es-ES" dirty="0"/>
              <a:t>, se define como cualquier elemento o dato que pueda servir para demostrar que se ha cometido un delito o una infracción informática.</a:t>
            </a:r>
          </a:p>
          <a:p>
            <a:endParaRPr lang="es-DO" dirty="0"/>
          </a:p>
        </p:txBody>
      </p:sp>
    </p:spTree>
    <p:extLst>
      <p:ext uri="{BB962C8B-B14F-4D97-AF65-F5344CB8AC3E}">
        <p14:creationId xmlns:p14="http://schemas.microsoft.com/office/powerpoint/2010/main" val="3847482945"/>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Marcador de contenido 2"/>
          <p:cNvSpPr>
            <a:spLocks noGrp="1"/>
          </p:cNvSpPr>
          <p:nvPr>
            <p:ph idx="1"/>
          </p:nvPr>
        </p:nvSpPr>
        <p:spPr>
          <a:xfrm>
            <a:off x="766011" y="601579"/>
            <a:ext cx="10515600" cy="6256421"/>
          </a:xfrm>
        </p:spPr>
        <p:txBody>
          <a:bodyPr>
            <a:normAutofit/>
          </a:bodyPr>
          <a:lstStyle/>
          <a:p>
            <a:pPr marL="0" indent="0">
              <a:buNone/>
            </a:pPr>
            <a:r>
              <a:rPr lang="es-ES" dirty="0"/>
              <a:t>Estas evidencias tienen tres características principales que las hacen únicas</a:t>
            </a:r>
            <a:r>
              <a:rPr lang="es-ES" dirty="0" smtClean="0"/>
              <a:t>:</a:t>
            </a:r>
          </a:p>
          <a:p>
            <a:pPr marL="0" indent="0">
              <a:buNone/>
            </a:pPr>
            <a:endParaRPr lang="es-ES" dirty="0"/>
          </a:p>
          <a:p>
            <a:r>
              <a:rPr lang="es-ES" b="1" dirty="0"/>
              <a:t>Volatilidad:</a:t>
            </a:r>
            <a:r>
              <a:rPr lang="es-ES" dirty="0"/>
              <a:t> Pueden desaparecer fácilmente si el dispositivo se apaga o se sobrescribe (por ejemplo, los datos en la memoria RAM).</a:t>
            </a:r>
          </a:p>
          <a:p>
            <a:r>
              <a:rPr lang="es-ES" b="1" dirty="0" err="1"/>
              <a:t>Duplicabilidad</a:t>
            </a:r>
            <a:r>
              <a:rPr lang="es-ES" b="1" dirty="0"/>
              <a:t>:</a:t>
            </a:r>
            <a:r>
              <a:rPr lang="es-ES" dirty="0"/>
              <a:t> Se pueden copiar de forma idéntica sin alterar el original.</a:t>
            </a:r>
          </a:p>
          <a:p>
            <a:r>
              <a:rPr lang="es-ES" b="1" dirty="0"/>
              <a:t>Fragilidad:</a:t>
            </a:r>
            <a:r>
              <a:rPr lang="es-ES" dirty="0"/>
              <a:t> Un solo clic incorrecto puede modificar una fecha de acceso o un archivo, destruyendo su validez legal.</a:t>
            </a:r>
          </a:p>
          <a:p>
            <a:r>
              <a:rPr lang="es-ES" dirty="0"/>
              <a:t>Ejemplos comunes incluyen correos electrónicos, historiales de navegación, metadatos de imágenes, registros de servidores (</a:t>
            </a:r>
            <a:r>
              <a:rPr lang="es-ES" dirty="0" err="1"/>
              <a:t>logs</a:t>
            </a:r>
            <a:r>
              <a:rPr lang="es-ES" dirty="0"/>
              <a:t>) y mensajes de WhatsApp.</a:t>
            </a:r>
          </a:p>
          <a:p>
            <a:endParaRPr lang="es-DO" dirty="0"/>
          </a:p>
        </p:txBody>
      </p:sp>
    </p:spTree>
    <p:extLst>
      <p:ext uri="{BB962C8B-B14F-4D97-AF65-F5344CB8AC3E}">
        <p14:creationId xmlns:p14="http://schemas.microsoft.com/office/powerpoint/2010/main" val="1041521411"/>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Rectangle 3"/>
          <p:cNvSpPr>
            <a:spLocks noGrp="1" noChangeArrowheads="1"/>
          </p:cNvSpPr>
          <p:nvPr>
            <p:ph idx="1"/>
          </p:nvPr>
        </p:nvSpPr>
        <p:spPr bwMode="auto">
          <a:xfrm>
            <a:off x="838201" y="1070900"/>
            <a:ext cx="10515599" cy="483209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pPr marL="0" marR="0" lvl="0" indent="0" algn="ctr" defTabSz="914400" rtl="0" eaLnBrk="0" fontAlgn="base" latinLnBrk="0" hangingPunct="0">
              <a:lnSpc>
                <a:spcPct val="100000"/>
              </a:lnSpc>
              <a:spcBef>
                <a:spcPct val="0"/>
              </a:spcBef>
              <a:spcAft>
                <a:spcPct val="0"/>
              </a:spcAft>
              <a:buClrTx/>
              <a:buSzTx/>
              <a:buFontTx/>
              <a:buNone/>
              <a:tabLst/>
            </a:pPr>
            <a:r>
              <a:rPr kumimoji="0" lang="es-DO" b="1" i="0" u="none" strike="noStrike" cap="none" normalizeH="0" baseline="0" dirty="0" smtClean="0">
                <a:ln>
                  <a:noFill/>
                </a:ln>
                <a:solidFill>
                  <a:schemeClr val="tx1"/>
                </a:solidFill>
                <a:effectLst/>
              </a:rPr>
              <a:t>El Concepto de Integridad: El Hash</a:t>
            </a:r>
          </a:p>
          <a:p>
            <a:pPr marL="0" marR="0" lvl="0" indent="0" algn="l" defTabSz="914400" rtl="0" eaLnBrk="0" fontAlgn="base" latinLnBrk="0" hangingPunct="0">
              <a:lnSpc>
                <a:spcPct val="100000"/>
              </a:lnSpc>
              <a:spcBef>
                <a:spcPct val="0"/>
              </a:spcBef>
              <a:spcAft>
                <a:spcPct val="0"/>
              </a:spcAft>
              <a:buClrTx/>
              <a:buSzTx/>
              <a:buFontTx/>
              <a:buNone/>
              <a:tabLst/>
            </a:pPr>
            <a:endParaRPr kumimoji="0" lang="es-DO" b="1" i="0" u="none" strike="noStrike" cap="none" normalizeH="0" baseline="0" dirty="0" smtClean="0">
              <a:ln>
                <a:noFill/>
              </a:ln>
              <a:solidFill>
                <a:schemeClr val="tx1"/>
              </a:solidFill>
              <a:effectLst/>
            </a:endParaRPr>
          </a:p>
          <a:p>
            <a:pPr marL="0" marR="0" lvl="0" indent="0" algn="l" defTabSz="914400" rtl="0" eaLnBrk="0" fontAlgn="base" latinLnBrk="0" hangingPunct="0">
              <a:lnSpc>
                <a:spcPct val="100000"/>
              </a:lnSpc>
              <a:spcBef>
                <a:spcPct val="0"/>
              </a:spcBef>
              <a:spcAft>
                <a:spcPct val="0"/>
              </a:spcAft>
              <a:buClrTx/>
              <a:buSzTx/>
              <a:buFontTx/>
              <a:buNone/>
              <a:tabLst/>
            </a:pPr>
            <a:endParaRPr kumimoji="0" lang="es-DO" b="1" i="0" u="none" strike="noStrike" cap="none" normalizeH="0" baseline="0" dirty="0" smtClean="0">
              <a:ln>
                <a:noFill/>
              </a:ln>
              <a:solidFill>
                <a:schemeClr val="tx1"/>
              </a:solidFill>
              <a:effectLst/>
            </a:endParaRPr>
          </a:p>
          <a:p>
            <a:pPr marL="0" marR="0" lvl="0" indent="0" algn="l" defTabSz="914400" rtl="0" eaLnBrk="0" fontAlgn="base" latinLnBrk="0" hangingPunct="0">
              <a:lnSpc>
                <a:spcPct val="100000"/>
              </a:lnSpc>
              <a:spcBef>
                <a:spcPct val="0"/>
              </a:spcBef>
              <a:spcAft>
                <a:spcPct val="0"/>
              </a:spcAft>
              <a:buClrTx/>
              <a:buSzTx/>
              <a:buFontTx/>
              <a:buNone/>
              <a:tabLst/>
            </a:pPr>
            <a:r>
              <a:rPr kumimoji="0" lang="es-DO" b="0" i="0" u="none" strike="noStrike" cap="none" normalizeH="0" baseline="0" dirty="0" smtClean="0">
                <a:ln>
                  <a:noFill/>
                </a:ln>
                <a:solidFill>
                  <a:schemeClr val="tx1"/>
                </a:solidFill>
                <a:effectLst/>
              </a:rPr>
              <a:t>Para que un análisis sea válido ante un tribunal, se debe demostrar que la copia digital no sufrió modificaciones. Esto se logra mediante algoritmos de hash como </a:t>
            </a:r>
            <a:r>
              <a:rPr kumimoji="0" lang="es-DO" b="1" i="0" u="none" strike="noStrike" cap="none" normalizeH="0" baseline="0" dirty="0" smtClean="0">
                <a:ln>
                  <a:noFill/>
                </a:ln>
                <a:solidFill>
                  <a:schemeClr val="tx1"/>
                </a:solidFill>
                <a:effectLst/>
              </a:rPr>
              <a:t>SHA-256</a:t>
            </a:r>
            <a:r>
              <a:rPr kumimoji="0" lang="es-DO" b="0" i="0" u="none" strike="noStrike" cap="none" normalizeH="0" baseline="0" dirty="0" smtClean="0">
                <a:ln>
                  <a:noFill/>
                </a:ln>
                <a:solidFill>
                  <a:schemeClr val="tx1"/>
                </a:solidFill>
                <a:effectLst/>
              </a:rPr>
              <a:t>.</a:t>
            </a:r>
          </a:p>
          <a:p>
            <a:pPr marL="0" marR="0" lvl="0" indent="0" algn="l" defTabSz="914400" rtl="0" eaLnBrk="0" fontAlgn="base" latinLnBrk="0" hangingPunct="0">
              <a:lnSpc>
                <a:spcPct val="100000"/>
              </a:lnSpc>
              <a:spcBef>
                <a:spcPct val="0"/>
              </a:spcBef>
              <a:spcAft>
                <a:spcPct val="0"/>
              </a:spcAft>
              <a:buClrTx/>
              <a:buSzTx/>
              <a:buFontTx/>
              <a:buNone/>
              <a:tabLst/>
            </a:pPr>
            <a:endParaRPr kumimoji="0" lang="es-DO" b="0" i="0" u="none" strike="noStrike" cap="none" normalizeH="0" baseline="0" dirty="0" smtClean="0">
              <a:ln>
                <a:noFill/>
              </a:ln>
              <a:solidFill>
                <a:schemeClr val="tx1"/>
              </a:solidFill>
              <a:effectLst/>
            </a:endParaRPr>
          </a:p>
          <a:p>
            <a:pPr marL="0" marR="0" lvl="0" indent="0" algn="l" defTabSz="914400" rtl="0" eaLnBrk="0" fontAlgn="base" latinLnBrk="0" hangingPunct="0">
              <a:lnSpc>
                <a:spcPct val="100000"/>
              </a:lnSpc>
              <a:spcBef>
                <a:spcPct val="0"/>
              </a:spcBef>
              <a:spcAft>
                <a:spcPct val="0"/>
              </a:spcAft>
              <a:buClrTx/>
              <a:buSzTx/>
              <a:buFontTx/>
              <a:buNone/>
              <a:tabLst/>
            </a:pPr>
            <a:r>
              <a:rPr kumimoji="0" lang="es-DO" b="1" i="0" u="none" strike="noStrike" cap="none" normalizeH="0" baseline="0" dirty="0" smtClean="0">
                <a:ln>
                  <a:noFill/>
                </a:ln>
                <a:solidFill>
                  <a:schemeClr val="tx1"/>
                </a:solidFill>
                <a:effectLst/>
              </a:rPr>
              <a:t>¿Cómo funciona?</a:t>
            </a:r>
            <a:r>
              <a:rPr kumimoji="0" lang="es-DO" b="0" i="0" u="none" strike="noStrike" cap="none" normalizeH="0" baseline="0" dirty="0" smtClean="0">
                <a:ln>
                  <a:noFill/>
                </a:ln>
                <a:solidFill>
                  <a:schemeClr val="tx1"/>
                </a:solidFill>
                <a:effectLst/>
              </a:rPr>
              <a:t> Si cambias una sola letra o un solo bit en un archivo de un terabyte, el código hash resultante cambia por completo. Si el hash del disco original coincide con el hash de la copia al final de la investigación, se demuestra que la evidencia es íntegra.</a:t>
            </a:r>
          </a:p>
        </p:txBody>
      </p:sp>
    </p:spTree>
    <p:extLst>
      <p:ext uri="{BB962C8B-B14F-4D97-AF65-F5344CB8AC3E}">
        <p14:creationId xmlns:p14="http://schemas.microsoft.com/office/powerpoint/2010/main" val="3100966840"/>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Marcador de contenido 2"/>
          <p:cNvSpPr>
            <a:spLocks noGrp="1"/>
          </p:cNvSpPr>
          <p:nvPr>
            <p:ph idx="1"/>
          </p:nvPr>
        </p:nvSpPr>
        <p:spPr>
          <a:xfrm>
            <a:off x="766010" y="1588168"/>
            <a:ext cx="10515600" cy="5816016"/>
          </a:xfrm>
        </p:spPr>
        <p:txBody>
          <a:bodyPr>
            <a:normAutofit/>
          </a:bodyPr>
          <a:lstStyle/>
          <a:p>
            <a:pPr marL="0" indent="0" algn="ctr">
              <a:buNone/>
            </a:pPr>
            <a:r>
              <a:rPr lang="es-ES" sz="3200" b="1" dirty="0"/>
              <a:t>¿Qué es una cadena de custodia</a:t>
            </a:r>
            <a:r>
              <a:rPr lang="es-ES" sz="3200" b="1" dirty="0" smtClean="0"/>
              <a:t>?</a:t>
            </a:r>
          </a:p>
          <a:p>
            <a:pPr marL="0" indent="0" algn="ctr">
              <a:buNone/>
            </a:pPr>
            <a:endParaRPr lang="es-ES" sz="3200" b="1" dirty="0" smtClean="0"/>
          </a:p>
          <a:p>
            <a:pPr marL="0" indent="0" algn="ctr">
              <a:buNone/>
            </a:pPr>
            <a:endParaRPr lang="es-ES" sz="3200" b="1" dirty="0"/>
          </a:p>
          <a:p>
            <a:pPr marL="0" indent="0">
              <a:buNone/>
            </a:pPr>
            <a:r>
              <a:rPr lang="es-ES" dirty="0"/>
              <a:t>La </a:t>
            </a:r>
            <a:r>
              <a:rPr lang="es-ES" b="1" dirty="0"/>
              <a:t>cadena de custodia</a:t>
            </a:r>
            <a:r>
              <a:rPr lang="es-ES" dirty="0"/>
              <a:t> es un procedimiento riguroso y legal que documenta todo el ciclo de vida de una evidencia, desde el momento en que se recolecta en la escena del crimen hasta que se presenta ante un tribunal.</a:t>
            </a:r>
          </a:p>
          <a:p>
            <a:endParaRPr lang="es-DO" dirty="0"/>
          </a:p>
        </p:txBody>
      </p:sp>
    </p:spTree>
    <p:extLst>
      <p:ext uri="{BB962C8B-B14F-4D97-AF65-F5344CB8AC3E}">
        <p14:creationId xmlns:p14="http://schemas.microsoft.com/office/powerpoint/2010/main" val="3095908959"/>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Marcador de contenido 2"/>
          <p:cNvSpPr>
            <a:spLocks noGrp="1"/>
          </p:cNvSpPr>
          <p:nvPr>
            <p:ph idx="1"/>
          </p:nvPr>
        </p:nvSpPr>
        <p:spPr>
          <a:xfrm>
            <a:off x="886326" y="409073"/>
            <a:ext cx="10515600" cy="5991727"/>
          </a:xfrm>
        </p:spPr>
        <p:txBody>
          <a:bodyPr>
            <a:normAutofit/>
          </a:bodyPr>
          <a:lstStyle/>
          <a:p>
            <a:pPr marL="0" indent="0">
              <a:buNone/>
            </a:pPr>
            <a:r>
              <a:rPr lang="es-ES" dirty="0"/>
              <a:t>Su objetivo principal es garantizar la </a:t>
            </a:r>
            <a:r>
              <a:rPr lang="es-ES" b="1" dirty="0"/>
              <a:t>autenticidad e integridad</a:t>
            </a:r>
            <a:r>
              <a:rPr lang="es-ES" dirty="0"/>
              <a:t> de la prueba, demostrando que no ha sido alterada, manipulada, contaminada o sustituida durante la investigación. Cada vez que la evidencia cambia de manos o de lugar, debe quedar registrado en un acta que responda a</a:t>
            </a:r>
            <a:r>
              <a:rPr lang="es-ES" dirty="0" smtClean="0"/>
              <a:t>:</a:t>
            </a:r>
          </a:p>
          <a:p>
            <a:pPr marL="0" indent="0">
              <a:buNone/>
            </a:pPr>
            <a:endParaRPr lang="es-ES" dirty="0"/>
          </a:p>
          <a:p>
            <a:r>
              <a:rPr lang="es-ES" dirty="0"/>
              <a:t>¿Quién la recolectó/manipuló?</a:t>
            </a:r>
          </a:p>
          <a:p>
            <a:r>
              <a:rPr lang="es-ES" dirty="0"/>
              <a:t>¿Cuándo (fecha y hora exacta)?</a:t>
            </a:r>
          </a:p>
          <a:p>
            <a:r>
              <a:rPr lang="es-ES" dirty="0"/>
              <a:t>¿Dónde estuvo almacenada?</a:t>
            </a:r>
          </a:p>
          <a:p>
            <a:r>
              <a:rPr lang="es-ES" dirty="0"/>
              <a:t>¿Por qué y cómo se manipuló</a:t>
            </a:r>
            <a:r>
              <a:rPr lang="es-ES" dirty="0" smtClean="0"/>
              <a:t>?</a:t>
            </a:r>
          </a:p>
          <a:p>
            <a:endParaRPr lang="es-ES" dirty="0"/>
          </a:p>
          <a:p>
            <a:pPr marL="0" indent="0">
              <a:buNone/>
            </a:pPr>
            <a:r>
              <a:rPr lang="es-ES" dirty="0"/>
              <a:t>Si la cadena de custodia se rompe o tiene inconsistencias, el juez puede desestimar la prueba por completo, invalidando la investigación.</a:t>
            </a:r>
          </a:p>
          <a:p>
            <a:endParaRPr lang="es-DO" dirty="0"/>
          </a:p>
        </p:txBody>
      </p:sp>
    </p:spTree>
    <p:extLst>
      <p:ext uri="{BB962C8B-B14F-4D97-AF65-F5344CB8AC3E}">
        <p14:creationId xmlns:p14="http://schemas.microsoft.com/office/powerpoint/2010/main" val="381463246"/>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Marcador de contenido 2"/>
          <p:cNvSpPr>
            <a:spLocks noGrp="1"/>
          </p:cNvSpPr>
          <p:nvPr>
            <p:ph idx="1"/>
          </p:nvPr>
        </p:nvSpPr>
        <p:spPr>
          <a:xfrm>
            <a:off x="886326" y="1272172"/>
            <a:ext cx="10515600" cy="4351338"/>
          </a:xfrm>
        </p:spPr>
        <p:txBody>
          <a:bodyPr/>
          <a:lstStyle/>
          <a:p>
            <a:pPr marL="0" indent="0" algn="ctr">
              <a:buNone/>
            </a:pPr>
            <a:r>
              <a:rPr lang="es-ES" sz="3200" b="1" dirty="0"/>
              <a:t>¿Cuál es la diferencia entre MD5 y SHA-256</a:t>
            </a:r>
            <a:r>
              <a:rPr lang="es-ES" sz="3200" b="1" dirty="0" smtClean="0"/>
              <a:t>?</a:t>
            </a:r>
          </a:p>
          <a:p>
            <a:pPr marL="0" indent="0">
              <a:buNone/>
            </a:pPr>
            <a:endParaRPr lang="es-ES" b="1" dirty="0"/>
          </a:p>
          <a:p>
            <a:pPr marL="0" indent="0">
              <a:buNone/>
            </a:pPr>
            <a:endParaRPr lang="es-ES" b="1" dirty="0"/>
          </a:p>
          <a:p>
            <a:pPr marL="0" indent="0">
              <a:buNone/>
            </a:pPr>
            <a:r>
              <a:rPr lang="es-ES" dirty="0"/>
              <a:t>Ambos son </a:t>
            </a:r>
            <a:r>
              <a:rPr lang="es-ES" b="1" dirty="0"/>
              <a:t>algoritmos de hash</a:t>
            </a:r>
            <a:r>
              <a:rPr lang="es-ES" dirty="0"/>
              <a:t> (funciones criptográficas) que se utilizan en informática forense para generar una "huella digital" única de un archivo o un disco completo. Si un solo bit del archivo cambia, el hash cambia por completo</a:t>
            </a:r>
            <a:r>
              <a:rPr lang="es-ES" dirty="0" smtClean="0"/>
              <a:t>.</a:t>
            </a:r>
          </a:p>
          <a:p>
            <a:pPr marL="0" indent="0">
              <a:buNone/>
            </a:pPr>
            <a:endParaRPr lang="es-ES" dirty="0"/>
          </a:p>
          <a:p>
            <a:pPr marL="0" indent="0">
              <a:buNone/>
            </a:pPr>
            <a:r>
              <a:rPr lang="es-ES" dirty="0"/>
              <a:t>Sin embargo, tienen diferencias técnicas y de seguridad críticas:</a:t>
            </a:r>
          </a:p>
          <a:p>
            <a:endParaRPr lang="es-DO" dirty="0"/>
          </a:p>
        </p:txBody>
      </p:sp>
    </p:spTree>
    <p:extLst>
      <p:ext uri="{BB962C8B-B14F-4D97-AF65-F5344CB8AC3E}">
        <p14:creationId xmlns:p14="http://schemas.microsoft.com/office/powerpoint/2010/main" val="3350982367"/>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4" name="Marcador de contenido 3"/>
          <p:cNvGraphicFramePr>
            <a:graphicFrameLocks noGrp="1"/>
          </p:cNvGraphicFramePr>
          <p:nvPr>
            <p:ph idx="1"/>
            <p:extLst>
              <p:ext uri="{D42A27DB-BD31-4B8C-83A1-F6EECF244321}">
                <p14:modId xmlns:p14="http://schemas.microsoft.com/office/powerpoint/2010/main" val="4225355276"/>
              </p:ext>
            </p:extLst>
          </p:nvPr>
        </p:nvGraphicFramePr>
        <p:xfrm>
          <a:off x="838200" y="336884"/>
          <a:ext cx="10515600" cy="6136106"/>
        </p:xfrm>
        <a:graphic>
          <a:graphicData uri="http://schemas.openxmlformats.org/drawingml/2006/table">
            <a:tbl>
              <a:tblPr/>
              <a:tblGrid>
                <a:gridCol w="3505200">
                  <a:extLst>
                    <a:ext uri="{9D8B030D-6E8A-4147-A177-3AD203B41FA5}">
                      <a16:colId xmlns:a16="http://schemas.microsoft.com/office/drawing/2014/main" val="451847908"/>
                    </a:ext>
                  </a:extLst>
                </a:gridCol>
                <a:gridCol w="3505200">
                  <a:extLst>
                    <a:ext uri="{9D8B030D-6E8A-4147-A177-3AD203B41FA5}">
                      <a16:colId xmlns:a16="http://schemas.microsoft.com/office/drawing/2014/main" val="2937835517"/>
                    </a:ext>
                  </a:extLst>
                </a:gridCol>
                <a:gridCol w="3505200">
                  <a:extLst>
                    <a:ext uri="{9D8B030D-6E8A-4147-A177-3AD203B41FA5}">
                      <a16:colId xmlns:a16="http://schemas.microsoft.com/office/drawing/2014/main" val="639650259"/>
                    </a:ext>
                  </a:extLst>
                </a:gridCol>
              </a:tblGrid>
              <a:tr h="1047628">
                <a:tc>
                  <a:txBody>
                    <a:bodyPr/>
                    <a:lstStyle/>
                    <a:p>
                      <a:r>
                        <a:rPr lang="es-DO" b="1"/>
                        <a:t>Característica</a:t>
                      </a:r>
                      <a:endParaRPr lang="es-DO"/>
                    </a:p>
                  </a:txBody>
                  <a:tcPr anchor="ctr">
                    <a:lnL>
                      <a:noFill/>
                    </a:lnL>
                    <a:lnR>
                      <a:noFill/>
                    </a:lnR>
                    <a:lnT>
                      <a:noFill/>
                    </a:lnT>
                    <a:lnB>
                      <a:noFill/>
                    </a:lnB>
                  </a:tcPr>
                </a:tc>
                <a:tc>
                  <a:txBody>
                    <a:bodyPr/>
                    <a:lstStyle/>
                    <a:p>
                      <a:r>
                        <a:rPr lang="es-DO" b="1" dirty="0"/>
                        <a:t>MD5 (</a:t>
                      </a:r>
                      <a:r>
                        <a:rPr lang="es-DO" b="1" dirty="0" err="1"/>
                        <a:t>Message</a:t>
                      </a:r>
                      <a:r>
                        <a:rPr lang="es-DO" b="1" dirty="0"/>
                        <a:t> </a:t>
                      </a:r>
                      <a:r>
                        <a:rPr lang="es-DO" b="1" dirty="0" err="1"/>
                        <a:t>Digest</a:t>
                      </a:r>
                      <a:r>
                        <a:rPr lang="es-DO" b="1" dirty="0"/>
                        <a:t> 5)</a:t>
                      </a:r>
                      <a:endParaRPr lang="es-DO" dirty="0"/>
                    </a:p>
                  </a:txBody>
                  <a:tcPr anchor="ctr">
                    <a:lnL>
                      <a:noFill/>
                    </a:lnL>
                    <a:lnR>
                      <a:noFill/>
                    </a:lnR>
                    <a:lnT>
                      <a:noFill/>
                    </a:lnT>
                    <a:lnB>
                      <a:noFill/>
                    </a:lnB>
                  </a:tcPr>
                </a:tc>
                <a:tc>
                  <a:txBody>
                    <a:bodyPr/>
                    <a:lstStyle/>
                    <a:p>
                      <a:r>
                        <a:rPr lang="en-US" b="1"/>
                        <a:t>SHA-256 (Secure Hash Algorithm 2)</a:t>
                      </a:r>
                      <a:endParaRPr lang="en-US"/>
                    </a:p>
                  </a:txBody>
                  <a:tcPr anchor="ctr">
                    <a:lnL>
                      <a:noFill/>
                    </a:lnL>
                    <a:lnR>
                      <a:noFill/>
                    </a:lnR>
                    <a:lnT>
                      <a:noFill/>
                    </a:lnT>
                    <a:lnB>
                      <a:noFill/>
                    </a:lnB>
                  </a:tcPr>
                </a:tc>
                <a:extLst>
                  <a:ext uri="{0D108BD9-81ED-4DB2-BD59-A6C34878D82A}">
                    <a16:rowId xmlns:a16="http://schemas.microsoft.com/office/drawing/2014/main" val="296214888"/>
                  </a:ext>
                </a:extLst>
              </a:tr>
              <a:tr h="1047628">
                <a:tc>
                  <a:txBody>
                    <a:bodyPr/>
                    <a:lstStyle/>
                    <a:p>
                      <a:r>
                        <a:rPr lang="es-DO" b="1"/>
                        <a:t>Longitud del Hash</a:t>
                      </a:r>
                      <a:endParaRPr lang="es-DO"/>
                    </a:p>
                  </a:txBody>
                  <a:tcPr anchor="ctr">
                    <a:lnL>
                      <a:noFill/>
                    </a:lnL>
                    <a:lnR>
                      <a:noFill/>
                    </a:lnR>
                    <a:lnT>
                      <a:noFill/>
                    </a:lnT>
                    <a:lnB>
                      <a:noFill/>
                    </a:lnB>
                  </a:tcPr>
                </a:tc>
                <a:tc>
                  <a:txBody>
                    <a:bodyPr/>
                    <a:lstStyle/>
                    <a:p>
                      <a:r>
                        <a:rPr lang="es-DO"/>
                        <a:t>128 bits (32 caracteres hexadecimales).</a:t>
                      </a:r>
                    </a:p>
                  </a:txBody>
                  <a:tcPr anchor="ctr">
                    <a:lnL>
                      <a:noFill/>
                    </a:lnL>
                    <a:lnR>
                      <a:noFill/>
                    </a:lnR>
                    <a:lnT>
                      <a:noFill/>
                    </a:lnT>
                    <a:lnB>
                      <a:noFill/>
                    </a:lnB>
                  </a:tcPr>
                </a:tc>
                <a:tc>
                  <a:txBody>
                    <a:bodyPr/>
                    <a:lstStyle/>
                    <a:p>
                      <a:r>
                        <a:rPr lang="es-DO"/>
                        <a:t>256 bits (64 caracteres hexadecimales).</a:t>
                      </a:r>
                    </a:p>
                  </a:txBody>
                  <a:tcPr anchor="ctr">
                    <a:lnL>
                      <a:noFill/>
                    </a:lnL>
                    <a:lnR>
                      <a:noFill/>
                    </a:lnR>
                    <a:lnT>
                      <a:noFill/>
                    </a:lnT>
                    <a:lnB>
                      <a:noFill/>
                    </a:lnB>
                  </a:tcPr>
                </a:tc>
                <a:extLst>
                  <a:ext uri="{0D108BD9-81ED-4DB2-BD59-A6C34878D82A}">
                    <a16:rowId xmlns:a16="http://schemas.microsoft.com/office/drawing/2014/main" val="767584600"/>
                  </a:ext>
                </a:extLst>
              </a:tr>
              <a:tr h="1496611">
                <a:tc>
                  <a:txBody>
                    <a:bodyPr/>
                    <a:lstStyle/>
                    <a:p>
                      <a:r>
                        <a:rPr lang="es-DO" b="1"/>
                        <a:t>Seguridad</a:t>
                      </a:r>
                      <a:endParaRPr lang="es-DO"/>
                    </a:p>
                  </a:txBody>
                  <a:tcPr anchor="ctr">
                    <a:lnL>
                      <a:noFill/>
                    </a:lnL>
                    <a:lnR>
                      <a:noFill/>
                    </a:lnR>
                    <a:lnT>
                      <a:noFill/>
                    </a:lnT>
                    <a:lnB>
                      <a:noFill/>
                    </a:lnB>
                  </a:tcPr>
                </a:tc>
                <a:tc>
                  <a:txBody>
                    <a:bodyPr/>
                    <a:lstStyle/>
                    <a:p>
                      <a:r>
                        <a:rPr lang="es-ES" b="1" dirty="0"/>
                        <a:t>Obsoleto / Inseguro.</a:t>
                      </a:r>
                      <a:r>
                        <a:rPr lang="es-ES" dirty="0"/>
                        <a:t> Vulnerable a "colisiones" (dos archivos distintos pueden generar el mismo hash).</a:t>
                      </a:r>
                    </a:p>
                  </a:txBody>
                  <a:tcPr anchor="ctr">
                    <a:lnL>
                      <a:noFill/>
                    </a:lnL>
                    <a:lnR>
                      <a:noFill/>
                    </a:lnR>
                    <a:lnT>
                      <a:noFill/>
                    </a:lnT>
                    <a:lnB>
                      <a:noFill/>
                    </a:lnB>
                  </a:tcPr>
                </a:tc>
                <a:tc>
                  <a:txBody>
                    <a:bodyPr/>
                    <a:lstStyle/>
                    <a:p>
                      <a:r>
                        <a:rPr lang="es-ES" b="1"/>
                        <a:t>Altamente Seguro.</a:t>
                      </a:r>
                      <a:r>
                        <a:rPr lang="es-ES"/>
                        <a:t> Actualmente es el estándar de la industria.</a:t>
                      </a:r>
                    </a:p>
                  </a:txBody>
                  <a:tcPr anchor="ctr">
                    <a:lnL>
                      <a:noFill/>
                    </a:lnL>
                    <a:lnR>
                      <a:noFill/>
                    </a:lnR>
                    <a:lnT>
                      <a:noFill/>
                    </a:lnT>
                    <a:lnB>
                      <a:noFill/>
                    </a:lnB>
                  </a:tcPr>
                </a:tc>
                <a:extLst>
                  <a:ext uri="{0D108BD9-81ED-4DB2-BD59-A6C34878D82A}">
                    <a16:rowId xmlns:a16="http://schemas.microsoft.com/office/drawing/2014/main" val="23511322"/>
                  </a:ext>
                </a:extLst>
              </a:tr>
              <a:tr h="1047628">
                <a:tc>
                  <a:txBody>
                    <a:bodyPr/>
                    <a:lstStyle/>
                    <a:p>
                      <a:r>
                        <a:rPr lang="es-DO" b="1"/>
                        <a:t>Velocidad</a:t>
                      </a:r>
                      <a:endParaRPr lang="es-DO"/>
                    </a:p>
                  </a:txBody>
                  <a:tcPr anchor="ctr">
                    <a:lnL>
                      <a:noFill/>
                    </a:lnL>
                    <a:lnR>
                      <a:noFill/>
                    </a:lnR>
                    <a:lnT>
                      <a:noFill/>
                    </a:lnT>
                    <a:lnB>
                      <a:noFill/>
                    </a:lnB>
                  </a:tcPr>
                </a:tc>
                <a:tc>
                  <a:txBody>
                    <a:bodyPr/>
                    <a:lstStyle/>
                    <a:p>
                      <a:r>
                        <a:rPr lang="es-DO"/>
                        <a:t>Muy rápido de calcular.</a:t>
                      </a:r>
                    </a:p>
                  </a:txBody>
                  <a:tcPr anchor="ctr">
                    <a:lnL>
                      <a:noFill/>
                    </a:lnL>
                    <a:lnR>
                      <a:noFill/>
                    </a:lnR>
                    <a:lnT>
                      <a:noFill/>
                    </a:lnT>
                    <a:lnB>
                      <a:noFill/>
                    </a:lnB>
                  </a:tcPr>
                </a:tc>
                <a:tc>
                  <a:txBody>
                    <a:bodyPr/>
                    <a:lstStyle/>
                    <a:p>
                      <a:r>
                        <a:rPr lang="es-ES"/>
                        <a:t>Más lento de calcular debido a su complejidad.</a:t>
                      </a:r>
                    </a:p>
                  </a:txBody>
                  <a:tcPr anchor="ctr">
                    <a:lnL>
                      <a:noFill/>
                    </a:lnL>
                    <a:lnR>
                      <a:noFill/>
                    </a:lnR>
                    <a:lnT>
                      <a:noFill/>
                    </a:lnT>
                    <a:lnB>
                      <a:noFill/>
                    </a:lnB>
                  </a:tcPr>
                </a:tc>
                <a:extLst>
                  <a:ext uri="{0D108BD9-81ED-4DB2-BD59-A6C34878D82A}">
                    <a16:rowId xmlns:a16="http://schemas.microsoft.com/office/drawing/2014/main" val="3191587831"/>
                  </a:ext>
                </a:extLst>
              </a:tr>
              <a:tr h="1496611">
                <a:tc>
                  <a:txBody>
                    <a:bodyPr/>
                    <a:lstStyle/>
                    <a:p>
                      <a:r>
                        <a:rPr lang="es-DO" b="1"/>
                        <a:t>Uso Forense</a:t>
                      </a:r>
                      <a:endParaRPr lang="es-DO"/>
                    </a:p>
                  </a:txBody>
                  <a:tcPr anchor="ctr">
                    <a:lnL>
                      <a:noFill/>
                    </a:lnL>
                    <a:lnR>
                      <a:noFill/>
                    </a:lnR>
                    <a:lnT>
                      <a:noFill/>
                    </a:lnT>
                    <a:lnB>
                      <a:noFill/>
                    </a:lnB>
                  </a:tcPr>
                </a:tc>
                <a:tc>
                  <a:txBody>
                    <a:bodyPr/>
                    <a:lstStyle/>
                    <a:p>
                      <a:r>
                        <a:rPr lang="es-ES"/>
                        <a:t>Se sigue usando para verificación rápida, pero ya no es suficiente por sí solo en entornos judiciales.</a:t>
                      </a:r>
                    </a:p>
                  </a:txBody>
                  <a:tcPr anchor="ctr">
                    <a:lnL>
                      <a:noFill/>
                    </a:lnL>
                    <a:lnR>
                      <a:noFill/>
                    </a:lnR>
                    <a:lnT>
                      <a:noFill/>
                    </a:lnT>
                    <a:lnB>
                      <a:noFill/>
                    </a:lnB>
                  </a:tcPr>
                </a:tc>
                <a:tc>
                  <a:txBody>
                    <a:bodyPr/>
                    <a:lstStyle/>
                    <a:p>
                      <a:r>
                        <a:rPr lang="es-ES" dirty="0"/>
                        <a:t>Es el estándar obligatorio para certificar que una evidencia no ha sido modificada.</a:t>
                      </a:r>
                    </a:p>
                  </a:txBody>
                  <a:tcPr anchor="ctr">
                    <a:lnL>
                      <a:noFill/>
                    </a:lnL>
                    <a:lnR>
                      <a:noFill/>
                    </a:lnR>
                    <a:lnT>
                      <a:noFill/>
                    </a:lnT>
                    <a:lnB>
                      <a:noFill/>
                    </a:lnB>
                  </a:tcPr>
                </a:tc>
                <a:extLst>
                  <a:ext uri="{0D108BD9-81ED-4DB2-BD59-A6C34878D82A}">
                    <a16:rowId xmlns:a16="http://schemas.microsoft.com/office/drawing/2014/main" val="2891735632"/>
                  </a:ext>
                </a:extLst>
              </a:tr>
            </a:tbl>
          </a:graphicData>
        </a:graphic>
      </p:graphicFrame>
    </p:spTree>
    <p:extLst>
      <p:ext uri="{BB962C8B-B14F-4D97-AF65-F5344CB8AC3E}">
        <p14:creationId xmlns:p14="http://schemas.microsoft.com/office/powerpoint/2010/main" val="2427208303"/>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Marcador de contenido 2"/>
          <p:cNvSpPr>
            <a:spLocks noGrp="1"/>
          </p:cNvSpPr>
          <p:nvPr>
            <p:ph idx="1"/>
          </p:nvPr>
        </p:nvSpPr>
        <p:spPr/>
        <p:txBody>
          <a:bodyPr/>
          <a:lstStyle/>
          <a:p>
            <a:pPr marL="0" indent="0">
              <a:buNone/>
            </a:pPr>
            <a:r>
              <a:rPr lang="es-ES" sz="3200" b="1" dirty="0"/>
              <a:t>¿Por qué no se debe trabajar sobre la evidencia original</a:t>
            </a:r>
            <a:r>
              <a:rPr lang="es-ES" sz="3200" b="1" dirty="0" smtClean="0"/>
              <a:t>?</a:t>
            </a:r>
          </a:p>
          <a:p>
            <a:endParaRPr lang="es-ES" b="1" dirty="0" smtClean="0"/>
          </a:p>
          <a:p>
            <a:endParaRPr lang="es-ES" b="1" dirty="0"/>
          </a:p>
          <a:p>
            <a:pPr marL="0" indent="0">
              <a:buNone/>
            </a:pPr>
            <a:r>
              <a:rPr lang="es-ES" dirty="0"/>
              <a:t>En informática forense existe una regla de oro inquebrantable: </a:t>
            </a:r>
            <a:r>
              <a:rPr lang="es-ES" b="1" dirty="0"/>
              <a:t>Nunca se trabaja directamente sobre el dispositivo o la evidencia original</a:t>
            </a:r>
            <a:r>
              <a:rPr lang="es-ES" b="1" dirty="0" smtClean="0"/>
              <a:t>.</a:t>
            </a:r>
          </a:p>
          <a:p>
            <a:pPr marL="0" indent="0">
              <a:buNone/>
            </a:pPr>
            <a:endParaRPr lang="es-ES" dirty="0"/>
          </a:p>
          <a:p>
            <a:pPr marL="0" indent="0">
              <a:buNone/>
            </a:pPr>
            <a:r>
              <a:rPr lang="es-ES" dirty="0"/>
              <a:t>Las razones son estrictamente legales y técnicas:</a:t>
            </a:r>
          </a:p>
          <a:p>
            <a:endParaRPr lang="es-DO" dirty="0"/>
          </a:p>
        </p:txBody>
      </p:sp>
    </p:spTree>
    <p:extLst>
      <p:ext uri="{BB962C8B-B14F-4D97-AF65-F5344CB8AC3E}">
        <p14:creationId xmlns:p14="http://schemas.microsoft.com/office/powerpoint/2010/main" val="2600635341"/>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Rectangle 2"/>
          <p:cNvSpPr>
            <a:spLocks noGrp="1" noChangeArrowheads="1"/>
          </p:cNvSpPr>
          <p:nvPr>
            <p:ph idx="1"/>
          </p:nvPr>
        </p:nvSpPr>
        <p:spPr bwMode="auto">
          <a:xfrm>
            <a:off x="852715" y="125558"/>
            <a:ext cx="10628086" cy="655564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Char char="•"/>
              <a:tabLst/>
            </a:pPr>
            <a:r>
              <a:rPr kumimoji="0" lang="es-DO" altLang="es-DO" b="1" i="0" u="none" strike="noStrike" cap="none" normalizeH="0" baseline="0" dirty="0" smtClean="0">
                <a:ln>
                  <a:noFill/>
                </a:ln>
                <a:solidFill>
                  <a:schemeClr val="tx1"/>
                </a:solidFill>
                <a:effectLst/>
              </a:rPr>
              <a:t>Riesgo de alteración:</a:t>
            </a:r>
            <a:r>
              <a:rPr kumimoji="0" lang="es-DO" altLang="es-DO" b="0" i="0" u="none" strike="noStrike" cap="none" normalizeH="0" baseline="0" dirty="0" smtClean="0">
                <a:ln>
                  <a:noFill/>
                </a:ln>
                <a:solidFill>
                  <a:schemeClr val="tx1"/>
                </a:solidFill>
                <a:effectLst/>
              </a:rPr>
              <a:t> Los sistemas operativos modernos modifican archivos constantemente en segundo plano (crean temporales, actualizan fechas de último acceso, mueven memoria virtual) tan pronto como conectas un disco o enciendes un equipo.</a:t>
            </a:r>
            <a:endParaRPr kumimoji="0" lang="es-ES" altLang="es-DO" b="0" i="0" u="none" strike="noStrike" cap="none" normalizeH="0" baseline="0" dirty="0" smtClean="0">
              <a:ln>
                <a:noFill/>
              </a:ln>
              <a:solidFill>
                <a:schemeClr val="tx1"/>
              </a:solidFill>
              <a:effectLst/>
            </a:endParaRPr>
          </a:p>
          <a:p>
            <a:pPr marL="0" marR="0" lvl="0" indent="0" algn="l" defTabSz="914400" rtl="0" eaLnBrk="0" fontAlgn="base" latinLnBrk="0" hangingPunct="0">
              <a:lnSpc>
                <a:spcPct val="100000"/>
              </a:lnSpc>
              <a:spcBef>
                <a:spcPct val="0"/>
              </a:spcBef>
              <a:spcAft>
                <a:spcPct val="0"/>
              </a:spcAft>
              <a:buClrTx/>
              <a:buSzTx/>
              <a:buNone/>
              <a:tabLst/>
            </a:pPr>
            <a:endParaRPr kumimoji="0" lang="es-DO" altLang="es-DO" b="0" i="0" u="none" strike="noStrike" cap="none" normalizeH="0" baseline="0" dirty="0" smtClean="0">
              <a:ln>
                <a:noFill/>
              </a:ln>
              <a:solidFill>
                <a:schemeClr val="tx1"/>
              </a:solidFill>
              <a:effectLst/>
            </a:endParaRPr>
          </a:p>
          <a:p>
            <a:pPr marL="0" marR="0" lvl="0" indent="0" algn="l" defTabSz="914400" rtl="0" eaLnBrk="0" fontAlgn="base" latinLnBrk="0" hangingPunct="0">
              <a:lnSpc>
                <a:spcPct val="100000"/>
              </a:lnSpc>
              <a:spcBef>
                <a:spcPct val="0"/>
              </a:spcBef>
              <a:spcAft>
                <a:spcPct val="0"/>
              </a:spcAft>
              <a:buClrTx/>
              <a:buSzTx/>
              <a:buFontTx/>
              <a:buChar char="•"/>
              <a:tabLst/>
            </a:pPr>
            <a:r>
              <a:rPr kumimoji="0" lang="es-DO" altLang="es-DO" b="1" i="0" u="none" strike="noStrike" cap="none" normalizeH="0" baseline="0" dirty="0" smtClean="0">
                <a:ln>
                  <a:noFill/>
                </a:ln>
                <a:solidFill>
                  <a:schemeClr val="tx1"/>
                </a:solidFill>
                <a:effectLst/>
              </a:rPr>
              <a:t>Principio de preservación:</a:t>
            </a:r>
            <a:r>
              <a:rPr kumimoji="0" lang="es-DO" altLang="es-DO" b="0" i="0" u="none" strike="noStrike" cap="none" normalizeH="0" baseline="0" dirty="0" smtClean="0">
                <a:ln>
                  <a:noFill/>
                </a:ln>
                <a:solidFill>
                  <a:schemeClr val="tx1"/>
                </a:solidFill>
                <a:effectLst/>
              </a:rPr>
              <a:t> Si realizas un análisis sobre el disco original y accidentalmente borras un archivo o corrompes el sistema, habrás destruido la prueba de forma irreversible.</a:t>
            </a:r>
          </a:p>
          <a:p>
            <a:pPr marL="0" marR="0" lvl="0" indent="0" algn="l" defTabSz="914400" rtl="0" eaLnBrk="0" fontAlgn="base" latinLnBrk="0" hangingPunct="0">
              <a:lnSpc>
                <a:spcPct val="100000"/>
              </a:lnSpc>
              <a:spcBef>
                <a:spcPct val="0"/>
              </a:spcBef>
              <a:spcAft>
                <a:spcPct val="0"/>
              </a:spcAft>
              <a:buClrTx/>
              <a:buSzTx/>
              <a:buNone/>
              <a:tabLst/>
            </a:pPr>
            <a:endParaRPr kumimoji="0" lang="es-DO" altLang="es-DO" b="0" i="0" u="none" strike="noStrike" cap="none" normalizeH="0" baseline="0" dirty="0" smtClean="0">
              <a:ln>
                <a:noFill/>
              </a:ln>
              <a:solidFill>
                <a:schemeClr val="tx1"/>
              </a:solidFill>
              <a:effectLst/>
            </a:endParaRPr>
          </a:p>
          <a:p>
            <a:pPr marL="0" marR="0" lvl="0" indent="0" algn="l" defTabSz="914400" rtl="0" eaLnBrk="0" fontAlgn="base" latinLnBrk="0" hangingPunct="0">
              <a:lnSpc>
                <a:spcPct val="100000"/>
              </a:lnSpc>
              <a:spcBef>
                <a:spcPct val="0"/>
              </a:spcBef>
              <a:spcAft>
                <a:spcPct val="0"/>
              </a:spcAft>
              <a:buClrTx/>
              <a:buSzTx/>
              <a:buFontTx/>
              <a:buChar char="•"/>
              <a:tabLst/>
            </a:pPr>
            <a:r>
              <a:rPr kumimoji="0" lang="es-DO" altLang="es-DO" b="1" i="0" u="none" strike="noStrike" cap="none" normalizeH="0" baseline="0" dirty="0" smtClean="0">
                <a:ln>
                  <a:noFill/>
                </a:ln>
                <a:solidFill>
                  <a:schemeClr val="tx1"/>
                </a:solidFill>
                <a:effectLst/>
              </a:rPr>
              <a:t>Metodología forense:</a:t>
            </a:r>
            <a:r>
              <a:rPr kumimoji="0" lang="es-DO" altLang="es-DO" b="0" i="0" u="none" strike="noStrike" cap="none" normalizeH="0" baseline="0" dirty="0" smtClean="0">
                <a:ln>
                  <a:noFill/>
                </a:ln>
                <a:solidFill>
                  <a:schemeClr val="tx1"/>
                </a:solidFill>
                <a:effectLst/>
              </a:rPr>
              <a:t> El procedimiento correcto exige realizar una </a:t>
            </a:r>
            <a:r>
              <a:rPr kumimoji="0" lang="es-DO" altLang="es-DO" b="1" i="0" u="none" strike="noStrike" cap="none" normalizeH="0" baseline="0" dirty="0" smtClean="0">
                <a:ln>
                  <a:noFill/>
                </a:ln>
                <a:solidFill>
                  <a:schemeClr val="tx1"/>
                </a:solidFill>
                <a:effectLst/>
              </a:rPr>
              <a:t>copia bit a bit</a:t>
            </a:r>
            <a:r>
              <a:rPr kumimoji="0" lang="es-DO" altLang="es-DO" b="0" i="0" u="none" strike="noStrike" cap="none" normalizeH="0" baseline="0" dirty="0" smtClean="0">
                <a:ln>
                  <a:noFill/>
                </a:ln>
                <a:solidFill>
                  <a:schemeClr val="tx1"/>
                </a:solidFill>
                <a:effectLst/>
              </a:rPr>
              <a:t> (imagen forense) del clon original utilizando un bloqueador de escritura físico o por software. Todo el análisis, la búsqueda de malware o la recuperación de datos eliminados se realiza sobre esa copia exacta. El original se sella, se firma su hash y se guarda en un lugar seguro.</a:t>
            </a:r>
          </a:p>
        </p:txBody>
      </p:sp>
    </p:spTree>
    <p:extLst>
      <p:ext uri="{BB962C8B-B14F-4D97-AF65-F5344CB8AC3E}">
        <p14:creationId xmlns:p14="http://schemas.microsoft.com/office/powerpoint/2010/main" val="666781070"/>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Marcador de contenido 2"/>
          <p:cNvSpPr>
            <a:spLocks noGrp="1"/>
          </p:cNvSpPr>
          <p:nvPr>
            <p:ph idx="1"/>
          </p:nvPr>
        </p:nvSpPr>
        <p:spPr>
          <a:xfrm>
            <a:off x="838200" y="374073"/>
            <a:ext cx="10515600" cy="6317672"/>
          </a:xfrm>
        </p:spPr>
        <p:txBody>
          <a:bodyPr>
            <a:normAutofit fontScale="92500" lnSpcReduction="10000"/>
          </a:bodyPr>
          <a:lstStyle/>
          <a:p>
            <a:pPr marL="0" indent="0" algn="ctr">
              <a:buNone/>
            </a:pPr>
            <a:r>
              <a:rPr lang="es-ES" sz="3000" b="1" dirty="0"/>
              <a:t> </a:t>
            </a:r>
            <a:r>
              <a:rPr lang="es-ES" sz="3000" b="1" dirty="0" smtClean="0"/>
              <a:t>Tipos </a:t>
            </a:r>
            <a:r>
              <a:rPr lang="es-ES" sz="3000" b="1" dirty="0"/>
              <a:t>de Análisis </a:t>
            </a:r>
            <a:r>
              <a:rPr lang="es-ES" sz="3000" b="1" dirty="0" smtClean="0"/>
              <a:t>Forense</a:t>
            </a:r>
          </a:p>
          <a:p>
            <a:pPr marL="0" indent="0" algn="ctr">
              <a:buNone/>
            </a:pPr>
            <a:endParaRPr lang="es-ES" sz="3000" b="1" dirty="0"/>
          </a:p>
          <a:p>
            <a:pPr marL="0" indent="0">
              <a:buNone/>
            </a:pPr>
            <a:r>
              <a:rPr lang="es-ES" sz="3000" dirty="0"/>
              <a:t>Dependiendo de dónde se encuentre la evidencia, la investigación se divide en varias ramas</a:t>
            </a:r>
            <a:r>
              <a:rPr lang="es-ES" sz="3000" dirty="0" smtClean="0"/>
              <a:t>:</a:t>
            </a:r>
          </a:p>
          <a:p>
            <a:pPr marL="0" indent="0">
              <a:buNone/>
            </a:pPr>
            <a:endParaRPr lang="es-ES" sz="3000" dirty="0"/>
          </a:p>
          <a:p>
            <a:r>
              <a:rPr lang="es-ES" sz="3000" b="1" dirty="0"/>
              <a:t>Forense de Sistemas de Archivos (</a:t>
            </a:r>
            <a:r>
              <a:rPr lang="es-ES" sz="3000" b="1" dirty="0" err="1"/>
              <a:t>Dead</a:t>
            </a:r>
            <a:r>
              <a:rPr lang="es-ES" sz="3000" b="1" dirty="0"/>
              <a:t> </a:t>
            </a:r>
            <a:r>
              <a:rPr lang="es-ES" sz="3000" b="1" dirty="0" err="1"/>
              <a:t>Forensics</a:t>
            </a:r>
            <a:r>
              <a:rPr lang="es-ES" sz="3000" b="1" dirty="0"/>
              <a:t>):</a:t>
            </a:r>
            <a:r>
              <a:rPr lang="es-ES" sz="3000" dirty="0"/>
              <a:t> Se realiza sobre dispositivos de almacenamiento apagados (discos duros, memorias USB). Busca recuperar archivos eliminados, analizar fragmentos de datos sueltos (</a:t>
            </a:r>
            <a:r>
              <a:rPr lang="es-ES" sz="3000" i="1" dirty="0" err="1"/>
              <a:t>slack</a:t>
            </a:r>
            <a:r>
              <a:rPr lang="es-ES" sz="3000" i="1" dirty="0"/>
              <a:t> </a:t>
            </a:r>
            <a:r>
              <a:rPr lang="es-ES" sz="3000" i="1" dirty="0" err="1"/>
              <a:t>space</a:t>
            </a:r>
            <a:r>
              <a:rPr lang="es-ES" sz="3000" dirty="0"/>
              <a:t>) y revisar los metadatos de los archivos.</a:t>
            </a:r>
          </a:p>
          <a:p>
            <a:r>
              <a:rPr lang="es-ES" sz="3000" b="1" dirty="0"/>
              <a:t>Forense en Vivo (Live </a:t>
            </a:r>
            <a:r>
              <a:rPr lang="es-ES" sz="3000" b="1" dirty="0" err="1"/>
              <a:t>Forensics</a:t>
            </a:r>
            <a:r>
              <a:rPr lang="es-ES" sz="3000" b="1" dirty="0"/>
              <a:t>):</a:t>
            </a:r>
            <a:r>
              <a:rPr lang="es-ES" sz="3000" dirty="0"/>
              <a:t> Se realiza con el sistema encendido. Es crucial para recolectar información volátil que se perdería al apagar el equipo, como la memoria RAM, las conexiones de red activas y los procesos que se están ejecutando en ese instante.</a:t>
            </a:r>
          </a:p>
          <a:p>
            <a:r>
              <a:rPr lang="es-ES" sz="3000" b="1" dirty="0"/>
              <a:t>Forense de Redes:</a:t>
            </a:r>
            <a:r>
              <a:rPr lang="es-ES" sz="3000" dirty="0"/>
              <a:t> Analiza el tráfico de datos (paquetes de red, registros de </a:t>
            </a:r>
            <a:r>
              <a:rPr lang="es-ES" sz="3000" dirty="0" err="1"/>
              <a:t>routers</a:t>
            </a:r>
            <a:r>
              <a:rPr lang="es-ES" sz="3000" dirty="0"/>
              <a:t> y firewalls) para identificar intrusiones, fugas de información o ataques externos.</a:t>
            </a:r>
          </a:p>
          <a:p>
            <a:endParaRPr lang="es-DO" dirty="0"/>
          </a:p>
        </p:txBody>
      </p:sp>
    </p:spTree>
    <p:extLst>
      <p:ext uri="{BB962C8B-B14F-4D97-AF65-F5344CB8AC3E}">
        <p14:creationId xmlns:p14="http://schemas.microsoft.com/office/powerpoint/2010/main" val="1915751709"/>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Marcador de contenido 2"/>
          <p:cNvSpPr>
            <a:spLocks noGrp="1"/>
          </p:cNvSpPr>
          <p:nvPr>
            <p:ph idx="1"/>
          </p:nvPr>
        </p:nvSpPr>
        <p:spPr>
          <a:xfrm>
            <a:off x="838200" y="429491"/>
            <a:ext cx="10515600" cy="5747472"/>
          </a:xfrm>
        </p:spPr>
        <p:txBody>
          <a:bodyPr>
            <a:normAutofit/>
          </a:bodyPr>
          <a:lstStyle/>
          <a:p>
            <a:pPr marL="0" indent="0" algn="ctr">
              <a:buNone/>
            </a:pPr>
            <a:r>
              <a:rPr lang="es-ES" b="1" dirty="0"/>
              <a:t>Salida laboral y </a:t>
            </a:r>
            <a:r>
              <a:rPr lang="es-ES" b="1" dirty="0" smtClean="0"/>
              <a:t>aplicaciones</a:t>
            </a:r>
          </a:p>
          <a:p>
            <a:pPr marL="0" indent="0">
              <a:buNone/>
            </a:pPr>
            <a:endParaRPr lang="es-ES" b="1" dirty="0"/>
          </a:p>
          <a:p>
            <a:pPr marL="0" indent="0">
              <a:buNone/>
            </a:pPr>
            <a:r>
              <a:rPr lang="es-ES" dirty="0"/>
              <a:t>Esta carrera ha tenido un crecimiento enorme en los últimos años. Un especialista en informática forense puede trabajar en</a:t>
            </a:r>
            <a:r>
              <a:rPr lang="es-ES" dirty="0" smtClean="0"/>
              <a:t>:</a:t>
            </a:r>
          </a:p>
          <a:p>
            <a:pPr marL="0" indent="0">
              <a:buNone/>
            </a:pPr>
            <a:endParaRPr lang="es-ES" dirty="0"/>
          </a:p>
          <a:p>
            <a:r>
              <a:rPr lang="es-ES" b="1" dirty="0"/>
              <a:t>Cuerpos policiales y agencias de inteligencia:</a:t>
            </a:r>
            <a:r>
              <a:rPr lang="es-ES" dirty="0"/>
              <a:t> Investigando crímenes, </a:t>
            </a:r>
            <a:r>
              <a:rPr lang="es-ES" dirty="0" err="1"/>
              <a:t>ciberterrorismo</a:t>
            </a:r>
            <a:r>
              <a:rPr lang="es-ES" dirty="0"/>
              <a:t> o fraudes</a:t>
            </a:r>
            <a:r>
              <a:rPr lang="es-ES" dirty="0" smtClean="0"/>
              <a:t>.</a:t>
            </a:r>
            <a:endParaRPr lang="es-ES" dirty="0"/>
          </a:p>
          <a:p>
            <a:r>
              <a:rPr lang="es-ES" b="1" dirty="0"/>
              <a:t>Empresas privadas:</a:t>
            </a:r>
            <a:r>
              <a:rPr lang="es-ES" dirty="0"/>
              <a:t> Ayudando a resolver incidentes de seguridad internos (como el robo de información confidencial por parte de un empleado</a:t>
            </a:r>
            <a:r>
              <a:rPr lang="es-ES" dirty="0" smtClean="0"/>
              <a:t>).</a:t>
            </a:r>
            <a:endParaRPr lang="es-ES" dirty="0"/>
          </a:p>
          <a:p>
            <a:r>
              <a:rPr lang="es-ES" b="1" dirty="0"/>
              <a:t>Consultoría independiente:</a:t>
            </a:r>
            <a:r>
              <a:rPr lang="es-ES" dirty="0"/>
              <a:t> Actuando como perito judicial en juicios civiles o penales.</a:t>
            </a:r>
          </a:p>
          <a:p>
            <a:endParaRPr lang="es-DO" dirty="0"/>
          </a:p>
        </p:txBody>
      </p:sp>
    </p:spTree>
    <p:extLst>
      <p:ext uri="{BB962C8B-B14F-4D97-AF65-F5344CB8AC3E}">
        <p14:creationId xmlns:p14="http://schemas.microsoft.com/office/powerpoint/2010/main" val="2417432853"/>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p:cNvSpPr>
            <a:spLocks noGrp="1"/>
          </p:cNvSpPr>
          <p:nvPr>
            <p:ph type="title"/>
          </p:nvPr>
        </p:nvSpPr>
        <p:spPr>
          <a:xfrm>
            <a:off x="838201" y="434399"/>
            <a:ext cx="10515600" cy="480002"/>
          </a:xfrm>
        </p:spPr>
        <p:txBody>
          <a:bodyPr>
            <a:noAutofit/>
          </a:bodyPr>
          <a:lstStyle/>
          <a:p>
            <a:pPr algn="ctr"/>
            <a:r>
              <a:rPr lang="es-DO" sz="2800" b="1" dirty="0" smtClean="0">
                <a:latin typeface="+mn-lt"/>
              </a:rPr>
              <a:t>Herramientas mas utilizadas</a:t>
            </a:r>
            <a:endParaRPr lang="es-DO" sz="2800" b="1" dirty="0">
              <a:latin typeface="+mn-lt"/>
            </a:endParaRPr>
          </a:p>
        </p:txBody>
      </p:sp>
      <p:sp>
        <p:nvSpPr>
          <p:cNvPr id="4" name="Rectangle 1"/>
          <p:cNvSpPr>
            <a:spLocks noGrp="1" noChangeArrowheads="1"/>
          </p:cNvSpPr>
          <p:nvPr>
            <p:ph idx="1"/>
          </p:nvPr>
        </p:nvSpPr>
        <p:spPr bwMode="auto">
          <a:xfrm>
            <a:off x="838201" y="1369806"/>
            <a:ext cx="10515600" cy="526297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Char char="•"/>
              <a:tabLst/>
            </a:pPr>
            <a:r>
              <a:rPr kumimoji="0" lang="es-DO" sz="2400" b="1" i="0" u="none" strike="noStrike" cap="none" normalizeH="0" baseline="0" dirty="0" smtClean="0">
                <a:ln>
                  <a:noFill/>
                </a:ln>
                <a:solidFill>
                  <a:schemeClr val="tx1"/>
                </a:solidFill>
                <a:effectLst/>
              </a:rPr>
              <a:t>1. </a:t>
            </a:r>
            <a:r>
              <a:rPr kumimoji="0" lang="es-DO" sz="2400" b="1" i="0" u="none" strike="noStrike" cap="none" normalizeH="0" baseline="0" dirty="0" err="1" smtClean="0">
                <a:ln>
                  <a:noFill/>
                </a:ln>
                <a:solidFill>
                  <a:schemeClr val="tx1"/>
                </a:solidFill>
                <a:effectLst/>
              </a:rPr>
              <a:t>Autopsy</a:t>
            </a:r>
            <a:r>
              <a:rPr kumimoji="0" lang="es-DO" sz="2400" b="1" i="0" u="none" strike="noStrike" cap="none" normalizeH="0" baseline="0" dirty="0" smtClean="0">
                <a:ln>
                  <a:noFill/>
                </a:ln>
                <a:solidFill>
                  <a:schemeClr val="tx1"/>
                </a:solidFill>
                <a:effectLst/>
              </a:rPr>
              <a:t>:</a:t>
            </a:r>
            <a:r>
              <a:rPr kumimoji="0" lang="es-DO" sz="2400" b="0" i="0" u="none" strike="noStrike" cap="none" normalizeH="0" baseline="0" dirty="0" smtClean="0">
                <a:ln>
                  <a:noFill/>
                </a:ln>
                <a:solidFill>
                  <a:schemeClr val="tx1"/>
                </a:solidFill>
                <a:effectLst/>
              </a:rPr>
              <a:t> Plataforma de código abierto para analizar discos duros y teléfonos, recuperar archivos borrados y revisar el historial web.</a:t>
            </a:r>
          </a:p>
          <a:p>
            <a:pPr marL="0" marR="0" lvl="0" indent="0" algn="l" defTabSz="914400" rtl="0" eaLnBrk="0" fontAlgn="base" latinLnBrk="0" hangingPunct="0">
              <a:lnSpc>
                <a:spcPct val="100000"/>
              </a:lnSpc>
              <a:spcBef>
                <a:spcPct val="0"/>
              </a:spcBef>
              <a:spcAft>
                <a:spcPct val="0"/>
              </a:spcAft>
              <a:buClrTx/>
              <a:buSzTx/>
              <a:buNone/>
              <a:tabLst/>
            </a:pPr>
            <a:endParaRPr kumimoji="0" lang="es-DO" sz="2400" b="0" i="0" u="none" strike="noStrike" cap="none" normalizeH="0" baseline="0" dirty="0" smtClean="0">
              <a:ln>
                <a:noFill/>
              </a:ln>
              <a:solidFill>
                <a:schemeClr val="tx1"/>
              </a:solidFill>
              <a:effectLst/>
            </a:endParaRPr>
          </a:p>
          <a:p>
            <a:pPr marL="0" marR="0" lvl="0" indent="0" algn="l" defTabSz="914400" rtl="0" eaLnBrk="0" fontAlgn="base" latinLnBrk="0" hangingPunct="0">
              <a:lnSpc>
                <a:spcPct val="100000"/>
              </a:lnSpc>
              <a:spcBef>
                <a:spcPct val="0"/>
              </a:spcBef>
              <a:spcAft>
                <a:spcPct val="0"/>
              </a:spcAft>
              <a:buClrTx/>
              <a:buSzTx/>
              <a:buFontTx/>
              <a:buChar char="•"/>
              <a:tabLst/>
            </a:pPr>
            <a:r>
              <a:rPr kumimoji="0" lang="es-DO" sz="2400" b="1" i="0" u="none" strike="noStrike" cap="none" normalizeH="0" baseline="0" dirty="0" smtClean="0">
                <a:ln>
                  <a:noFill/>
                </a:ln>
                <a:solidFill>
                  <a:schemeClr val="tx1"/>
                </a:solidFill>
                <a:effectLst/>
              </a:rPr>
              <a:t>2. FTK </a:t>
            </a:r>
            <a:r>
              <a:rPr kumimoji="0" lang="es-DO" sz="2400" b="1" i="0" u="none" strike="noStrike" cap="none" normalizeH="0" baseline="0" dirty="0" err="1" smtClean="0">
                <a:ln>
                  <a:noFill/>
                </a:ln>
                <a:solidFill>
                  <a:schemeClr val="tx1"/>
                </a:solidFill>
                <a:effectLst/>
              </a:rPr>
              <a:t>Imager</a:t>
            </a:r>
            <a:r>
              <a:rPr kumimoji="0" lang="es-DO" sz="2400" b="1" i="0" u="none" strike="noStrike" cap="none" normalizeH="0" baseline="0" dirty="0" smtClean="0">
                <a:ln>
                  <a:noFill/>
                </a:ln>
                <a:solidFill>
                  <a:schemeClr val="tx1"/>
                </a:solidFill>
                <a:effectLst/>
              </a:rPr>
              <a:t>:</a:t>
            </a:r>
            <a:r>
              <a:rPr kumimoji="0" lang="es-DO" sz="2400" b="0" i="0" u="none" strike="noStrike" cap="none" normalizeH="0" baseline="0" dirty="0" smtClean="0">
                <a:ln>
                  <a:noFill/>
                </a:ln>
                <a:solidFill>
                  <a:schemeClr val="tx1"/>
                </a:solidFill>
                <a:effectLst/>
              </a:rPr>
              <a:t> Herramienta gratuita utilizada para crear copias exactas (imágenes forenses) de los discos y garantizar que los datos no se alteren.</a:t>
            </a:r>
          </a:p>
          <a:p>
            <a:pPr marL="0" marR="0" lvl="0" indent="0" algn="l" defTabSz="914400" rtl="0" eaLnBrk="0" fontAlgn="base" latinLnBrk="0" hangingPunct="0">
              <a:lnSpc>
                <a:spcPct val="100000"/>
              </a:lnSpc>
              <a:spcBef>
                <a:spcPct val="0"/>
              </a:spcBef>
              <a:spcAft>
                <a:spcPct val="0"/>
              </a:spcAft>
              <a:buClrTx/>
              <a:buSzTx/>
              <a:buNone/>
              <a:tabLst/>
            </a:pPr>
            <a:endParaRPr kumimoji="0" lang="es-DO" sz="2400" b="0" i="0" u="none" strike="noStrike" cap="none" normalizeH="0" baseline="0" dirty="0" smtClean="0">
              <a:ln>
                <a:noFill/>
              </a:ln>
              <a:solidFill>
                <a:schemeClr val="tx1"/>
              </a:solidFill>
              <a:effectLst/>
            </a:endParaRPr>
          </a:p>
          <a:p>
            <a:pPr marL="0" marR="0" lvl="0" indent="0" algn="l" defTabSz="914400" rtl="0" eaLnBrk="0" fontAlgn="base" latinLnBrk="0" hangingPunct="0">
              <a:lnSpc>
                <a:spcPct val="100000"/>
              </a:lnSpc>
              <a:spcBef>
                <a:spcPct val="0"/>
              </a:spcBef>
              <a:spcAft>
                <a:spcPct val="0"/>
              </a:spcAft>
              <a:buClrTx/>
              <a:buSzTx/>
              <a:buFontTx/>
              <a:buChar char="•"/>
              <a:tabLst/>
            </a:pPr>
            <a:r>
              <a:rPr kumimoji="0" lang="es-DO" sz="2400" b="1" i="0" u="none" strike="noStrike" cap="none" normalizeH="0" baseline="0" dirty="0" smtClean="0">
                <a:ln>
                  <a:noFill/>
                </a:ln>
                <a:solidFill>
                  <a:schemeClr val="tx1"/>
                </a:solidFill>
                <a:effectLst/>
              </a:rPr>
              <a:t>3. </a:t>
            </a:r>
            <a:r>
              <a:rPr kumimoji="0" lang="es-DO" sz="2400" b="1" i="0" u="none" strike="noStrike" cap="none" normalizeH="0" baseline="0" dirty="0" err="1" smtClean="0">
                <a:ln>
                  <a:noFill/>
                </a:ln>
                <a:solidFill>
                  <a:schemeClr val="tx1"/>
                </a:solidFill>
                <a:effectLst/>
              </a:rPr>
              <a:t>EnCase</a:t>
            </a:r>
            <a:r>
              <a:rPr kumimoji="0" lang="es-DO" sz="2400" b="1" i="0" u="none" strike="noStrike" cap="none" normalizeH="0" baseline="0" dirty="0" smtClean="0">
                <a:ln>
                  <a:noFill/>
                </a:ln>
                <a:solidFill>
                  <a:schemeClr val="tx1"/>
                </a:solidFill>
                <a:effectLst/>
              </a:rPr>
              <a:t> </a:t>
            </a:r>
            <a:r>
              <a:rPr kumimoji="0" lang="es-DO" sz="2400" b="1" i="0" u="none" strike="noStrike" cap="none" normalizeH="0" baseline="0" dirty="0" err="1" smtClean="0">
                <a:ln>
                  <a:noFill/>
                </a:ln>
                <a:solidFill>
                  <a:schemeClr val="tx1"/>
                </a:solidFill>
                <a:effectLst/>
              </a:rPr>
              <a:t>Forensic</a:t>
            </a:r>
            <a:r>
              <a:rPr kumimoji="0" lang="es-DO" sz="2400" b="1" i="0" u="none" strike="noStrike" cap="none" normalizeH="0" baseline="0" dirty="0" smtClean="0">
                <a:ln>
                  <a:noFill/>
                </a:ln>
                <a:solidFill>
                  <a:schemeClr val="tx1"/>
                </a:solidFill>
                <a:effectLst/>
              </a:rPr>
              <a:t>:</a:t>
            </a:r>
            <a:r>
              <a:rPr kumimoji="0" lang="es-DO" sz="2400" b="0" i="0" u="none" strike="noStrike" cap="none" normalizeH="0" baseline="0" dirty="0" smtClean="0">
                <a:ln>
                  <a:noFill/>
                </a:ln>
                <a:solidFill>
                  <a:schemeClr val="tx1"/>
                </a:solidFill>
                <a:effectLst/>
              </a:rPr>
              <a:t> Suite comercial estándar en tribunales para el análisis profundo de datos y la creación de reportes periciales.</a:t>
            </a:r>
          </a:p>
          <a:p>
            <a:pPr marL="0" marR="0" lvl="0" indent="0" algn="l" defTabSz="914400" rtl="0" eaLnBrk="0" fontAlgn="base" latinLnBrk="0" hangingPunct="0">
              <a:lnSpc>
                <a:spcPct val="100000"/>
              </a:lnSpc>
              <a:spcBef>
                <a:spcPct val="0"/>
              </a:spcBef>
              <a:spcAft>
                <a:spcPct val="0"/>
              </a:spcAft>
              <a:buClrTx/>
              <a:buSzTx/>
              <a:buNone/>
              <a:tabLst/>
            </a:pPr>
            <a:endParaRPr kumimoji="0" lang="es-DO" sz="2400" b="0" i="0" u="none" strike="noStrike" cap="none" normalizeH="0" baseline="0" dirty="0" smtClean="0">
              <a:ln>
                <a:noFill/>
              </a:ln>
              <a:solidFill>
                <a:schemeClr val="tx1"/>
              </a:solidFill>
              <a:effectLst/>
            </a:endParaRPr>
          </a:p>
          <a:p>
            <a:pPr marL="0" marR="0" lvl="0" indent="0" algn="l" defTabSz="914400" rtl="0" eaLnBrk="0" fontAlgn="base" latinLnBrk="0" hangingPunct="0">
              <a:lnSpc>
                <a:spcPct val="100000"/>
              </a:lnSpc>
              <a:spcBef>
                <a:spcPct val="0"/>
              </a:spcBef>
              <a:spcAft>
                <a:spcPct val="0"/>
              </a:spcAft>
              <a:buClrTx/>
              <a:buSzTx/>
              <a:buFontTx/>
              <a:buChar char="•"/>
              <a:tabLst/>
            </a:pPr>
            <a:r>
              <a:rPr kumimoji="0" lang="es-DO" sz="2400" b="1" i="0" u="none" strike="noStrike" cap="none" normalizeH="0" baseline="0" dirty="0" smtClean="0">
                <a:ln>
                  <a:noFill/>
                </a:ln>
                <a:solidFill>
                  <a:schemeClr val="tx1"/>
                </a:solidFill>
                <a:effectLst/>
              </a:rPr>
              <a:t>4. </a:t>
            </a:r>
            <a:r>
              <a:rPr kumimoji="0" lang="es-DO" sz="2400" b="1" i="0" u="none" strike="noStrike" cap="none" normalizeH="0" baseline="0" dirty="0" err="1" smtClean="0">
                <a:ln>
                  <a:noFill/>
                </a:ln>
                <a:solidFill>
                  <a:schemeClr val="tx1"/>
                </a:solidFill>
                <a:effectLst/>
              </a:rPr>
              <a:t>Volatility</a:t>
            </a:r>
            <a:r>
              <a:rPr kumimoji="0" lang="es-DO" sz="2400" b="1" i="0" u="none" strike="noStrike" cap="none" normalizeH="0" baseline="0" dirty="0" smtClean="0">
                <a:ln>
                  <a:noFill/>
                </a:ln>
                <a:solidFill>
                  <a:schemeClr val="tx1"/>
                </a:solidFill>
                <a:effectLst/>
              </a:rPr>
              <a:t>:</a:t>
            </a:r>
            <a:r>
              <a:rPr kumimoji="0" lang="es-DO" sz="2400" b="0" i="0" u="none" strike="noStrike" cap="none" normalizeH="0" baseline="0" dirty="0" smtClean="0">
                <a:ln>
                  <a:noFill/>
                </a:ln>
                <a:solidFill>
                  <a:schemeClr val="tx1"/>
                </a:solidFill>
                <a:effectLst/>
              </a:rPr>
              <a:t> Herramienta especializada en analizar la memoria RAM para descubrir procesos ocultos, malware y conexiones activas.</a:t>
            </a:r>
          </a:p>
          <a:p>
            <a:pPr marL="0" marR="0" lvl="0" indent="0" algn="l" defTabSz="914400" rtl="0" eaLnBrk="0" fontAlgn="base" latinLnBrk="0" hangingPunct="0">
              <a:lnSpc>
                <a:spcPct val="100000"/>
              </a:lnSpc>
              <a:spcBef>
                <a:spcPct val="0"/>
              </a:spcBef>
              <a:spcAft>
                <a:spcPct val="0"/>
              </a:spcAft>
              <a:buClrTx/>
              <a:buSzTx/>
              <a:buNone/>
              <a:tabLst/>
            </a:pPr>
            <a:endParaRPr kumimoji="0" lang="es-DO" sz="2400" b="0" i="0" u="none" strike="noStrike" cap="none" normalizeH="0" baseline="0" dirty="0" smtClean="0">
              <a:ln>
                <a:noFill/>
              </a:ln>
              <a:solidFill>
                <a:schemeClr val="tx1"/>
              </a:solidFill>
              <a:effectLst/>
            </a:endParaRPr>
          </a:p>
          <a:p>
            <a:pPr marL="0" marR="0" lvl="0" indent="0" algn="l" defTabSz="914400" rtl="0" eaLnBrk="0" fontAlgn="base" latinLnBrk="0" hangingPunct="0">
              <a:lnSpc>
                <a:spcPct val="100000"/>
              </a:lnSpc>
              <a:spcBef>
                <a:spcPct val="0"/>
              </a:spcBef>
              <a:spcAft>
                <a:spcPct val="0"/>
              </a:spcAft>
              <a:buClrTx/>
              <a:buSzTx/>
              <a:buFontTx/>
              <a:buChar char="•"/>
              <a:tabLst/>
            </a:pPr>
            <a:r>
              <a:rPr kumimoji="0" lang="es-DO" sz="2400" b="1" i="0" u="none" strike="noStrike" cap="none" normalizeH="0" baseline="0" dirty="0" smtClean="0">
                <a:ln>
                  <a:noFill/>
                </a:ln>
                <a:solidFill>
                  <a:schemeClr val="tx1"/>
                </a:solidFill>
                <a:effectLst/>
              </a:rPr>
              <a:t>5. </a:t>
            </a:r>
            <a:r>
              <a:rPr kumimoji="0" lang="es-DO" sz="2400" b="1" i="0" u="none" strike="noStrike" cap="none" normalizeH="0" baseline="0" dirty="0" err="1" smtClean="0">
                <a:ln>
                  <a:noFill/>
                </a:ln>
                <a:solidFill>
                  <a:schemeClr val="tx1"/>
                </a:solidFill>
                <a:effectLst/>
              </a:rPr>
              <a:t>Wireshark</a:t>
            </a:r>
            <a:r>
              <a:rPr kumimoji="0" lang="es-DO" sz="2400" b="1" i="0" u="none" strike="noStrike" cap="none" normalizeH="0" baseline="0" dirty="0" smtClean="0">
                <a:ln>
                  <a:noFill/>
                </a:ln>
                <a:solidFill>
                  <a:schemeClr val="tx1"/>
                </a:solidFill>
                <a:effectLst/>
              </a:rPr>
              <a:t>:</a:t>
            </a:r>
            <a:r>
              <a:rPr kumimoji="0" lang="es-DO" sz="2400" b="0" i="0" u="none" strike="noStrike" cap="none" normalizeH="0" baseline="0" dirty="0" smtClean="0">
                <a:ln>
                  <a:noFill/>
                </a:ln>
                <a:solidFill>
                  <a:schemeClr val="tx1"/>
                </a:solidFill>
                <a:effectLst/>
              </a:rPr>
              <a:t> Analizador de tráfico de red que permite interceptar y desglosar los datos que viajan por una red informática.</a:t>
            </a:r>
          </a:p>
        </p:txBody>
      </p:sp>
    </p:spTree>
    <p:extLst>
      <p:ext uri="{BB962C8B-B14F-4D97-AF65-F5344CB8AC3E}">
        <p14:creationId xmlns:p14="http://schemas.microsoft.com/office/powerpoint/2010/main" val="1420266217"/>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Marcador de contenido 2"/>
          <p:cNvSpPr>
            <a:spLocks noGrp="1"/>
          </p:cNvSpPr>
          <p:nvPr>
            <p:ph idx="1"/>
          </p:nvPr>
        </p:nvSpPr>
        <p:spPr>
          <a:xfrm>
            <a:off x="1233055" y="665018"/>
            <a:ext cx="9906000" cy="6331527"/>
          </a:xfrm>
        </p:spPr>
        <p:txBody>
          <a:bodyPr>
            <a:normAutofit/>
          </a:bodyPr>
          <a:lstStyle/>
          <a:p>
            <a:pPr marL="0" lvl="0" indent="0" eaLnBrk="0" fontAlgn="base" hangingPunct="0">
              <a:lnSpc>
                <a:spcPct val="100000"/>
              </a:lnSpc>
              <a:spcBef>
                <a:spcPct val="0"/>
              </a:spcBef>
              <a:spcAft>
                <a:spcPct val="0"/>
              </a:spcAft>
              <a:buFontTx/>
              <a:buChar char="•"/>
            </a:pPr>
            <a:r>
              <a:rPr lang="es-DO" sz="2400" b="1" dirty="0"/>
              <a:t>6. </a:t>
            </a:r>
            <a:r>
              <a:rPr lang="es-DO" sz="2400" b="1" dirty="0" err="1"/>
              <a:t>Cellebrite</a:t>
            </a:r>
            <a:r>
              <a:rPr lang="es-DO" sz="2400" b="1" dirty="0"/>
              <a:t> UFED:</a:t>
            </a:r>
            <a:r>
              <a:rPr lang="es-DO" sz="2400" dirty="0"/>
              <a:t> Sistema comercial líder para la extracción y recuperación de datos en dispositivos móviles como </a:t>
            </a:r>
            <a:r>
              <a:rPr lang="es-DO" sz="2400" dirty="0" err="1"/>
              <a:t>smartphones</a:t>
            </a:r>
            <a:r>
              <a:rPr lang="es-DO" sz="2400" dirty="0"/>
              <a:t> y </a:t>
            </a:r>
            <a:r>
              <a:rPr lang="es-DO" sz="2400" dirty="0" err="1"/>
              <a:t>tablets</a:t>
            </a:r>
            <a:r>
              <a:rPr lang="es-DO" sz="2400" dirty="0" smtClean="0"/>
              <a:t>.</a:t>
            </a:r>
          </a:p>
          <a:p>
            <a:pPr marL="0" lvl="0" indent="0" eaLnBrk="0" fontAlgn="base" hangingPunct="0">
              <a:lnSpc>
                <a:spcPct val="100000"/>
              </a:lnSpc>
              <a:spcBef>
                <a:spcPct val="0"/>
              </a:spcBef>
              <a:spcAft>
                <a:spcPct val="0"/>
              </a:spcAft>
              <a:buNone/>
            </a:pPr>
            <a:endParaRPr lang="es-DO" sz="2400" dirty="0"/>
          </a:p>
          <a:p>
            <a:pPr marL="0" lvl="0" indent="0" eaLnBrk="0" fontAlgn="base" hangingPunct="0">
              <a:lnSpc>
                <a:spcPct val="100000"/>
              </a:lnSpc>
              <a:spcBef>
                <a:spcPct val="0"/>
              </a:spcBef>
              <a:spcAft>
                <a:spcPct val="0"/>
              </a:spcAft>
              <a:buFontTx/>
              <a:buChar char="•"/>
            </a:pPr>
            <a:r>
              <a:rPr lang="es-DO" sz="2400" b="1" dirty="0"/>
              <a:t>7. X-</a:t>
            </a:r>
            <a:r>
              <a:rPr lang="es-DO" sz="2400" b="1" dirty="0" err="1"/>
              <a:t>Ways</a:t>
            </a:r>
            <a:r>
              <a:rPr lang="es-DO" sz="2400" b="1" dirty="0"/>
              <a:t> </a:t>
            </a:r>
            <a:r>
              <a:rPr lang="es-DO" sz="2400" b="1" dirty="0" err="1"/>
              <a:t>Forensics</a:t>
            </a:r>
            <a:r>
              <a:rPr lang="es-DO" sz="2400" b="1" dirty="0"/>
              <a:t>:</a:t>
            </a:r>
            <a:r>
              <a:rPr lang="es-DO" sz="2400" dirty="0"/>
              <a:t> Software comercial de alta velocidad diseñado para examinar la estructura de los discos y archivos a nivel de bytes</a:t>
            </a:r>
            <a:r>
              <a:rPr lang="es-DO" sz="2400" dirty="0" smtClean="0"/>
              <a:t>.</a:t>
            </a:r>
          </a:p>
          <a:p>
            <a:pPr marL="0" lvl="0" indent="0" eaLnBrk="0" fontAlgn="base" hangingPunct="0">
              <a:lnSpc>
                <a:spcPct val="100000"/>
              </a:lnSpc>
              <a:spcBef>
                <a:spcPct val="0"/>
              </a:spcBef>
              <a:spcAft>
                <a:spcPct val="0"/>
              </a:spcAft>
              <a:buNone/>
            </a:pPr>
            <a:endParaRPr lang="es-DO" sz="2400" dirty="0"/>
          </a:p>
          <a:p>
            <a:pPr marL="0" lvl="0" indent="0" eaLnBrk="0" fontAlgn="base" hangingPunct="0">
              <a:lnSpc>
                <a:spcPct val="100000"/>
              </a:lnSpc>
              <a:spcBef>
                <a:spcPct val="0"/>
              </a:spcBef>
              <a:spcAft>
                <a:spcPct val="0"/>
              </a:spcAft>
              <a:buFontTx/>
              <a:buChar char="•"/>
            </a:pPr>
            <a:r>
              <a:rPr lang="es-DO" sz="2400" b="1" dirty="0"/>
              <a:t>8. CAINE:</a:t>
            </a:r>
            <a:r>
              <a:rPr lang="es-DO" sz="2400" dirty="0"/>
              <a:t> Sistema operativo Linux que incluye decenas de herramientas forenses preinstaladas y configuradas para no alterar las evidencias</a:t>
            </a:r>
            <a:r>
              <a:rPr lang="es-DO" sz="2400" dirty="0" smtClean="0"/>
              <a:t>.</a:t>
            </a:r>
          </a:p>
          <a:p>
            <a:pPr marL="0" lvl="0" indent="0" eaLnBrk="0" fontAlgn="base" hangingPunct="0">
              <a:lnSpc>
                <a:spcPct val="100000"/>
              </a:lnSpc>
              <a:spcBef>
                <a:spcPct val="0"/>
              </a:spcBef>
              <a:spcAft>
                <a:spcPct val="0"/>
              </a:spcAft>
              <a:buNone/>
            </a:pPr>
            <a:endParaRPr lang="es-DO" sz="2400" dirty="0"/>
          </a:p>
          <a:p>
            <a:pPr marL="0" lvl="0" indent="0" eaLnBrk="0" fontAlgn="base" hangingPunct="0">
              <a:lnSpc>
                <a:spcPct val="100000"/>
              </a:lnSpc>
              <a:spcBef>
                <a:spcPct val="0"/>
              </a:spcBef>
              <a:spcAft>
                <a:spcPct val="0"/>
              </a:spcAft>
              <a:buFontTx/>
              <a:buChar char="•"/>
            </a:pPr>
            <a:r>
              <a:rPr lang="es-DO" sz="2400" b="1" dirty="0"/>
              <a:t>9. </a:t>
            </a:r>
            <a:r>
              <a:rPr lang="es-DO" sz="2400" b="1" dirty="0" err="1"/>
              <a:t>Magnet</a:t>
            </a:r>
            <a:r>
              <a:rPr lang="es-DO" sz="2400" b="1" dirty="0"/>
              <a:t> </a:t>
            </a:r>
            <a:r>
              <a:rPr lang="es-DO" sz="2400" b="1" dirty="0" err="1"/>
              <a:t>Axiom</a:t>
            </a:r>
            <a:r>
              <a:rPr lang="es-DO" sz="2400" b="1" dirty="0"/>
              <a:t>:</a:t>
            </a:r>
            <a:r>
              <a:rPr lang="es-DO" sz="2400" dirty="0"/>
              <a:t> Suite comercial que integra y conecta el análisis de datos provenientes de computadoras, móviles y servicios en la nube</a:t>
            </a:r>
            <a:r>
              <a:rPr lang="es-DO" sz="2400" dirty="0" smtClean="0"/>
              <a:t>.</a:t>
            </a:r>
          </a:p>
          <a:p>
            <a:pPr marL="0" lvl="0" indent="0" eaLnBrk="0" fontAlgn="base" hangingPunct="0">
              <a:lnSpc>
                <a:spcPct val="100000"/>
              </a:lnSpc>
              <a:spcBef>
                <a:spcPct val="0"/>
              </a:spcBef>
              <a:spcAft>
                <a:spcPct val="0"/>
              </a:spcAft>
              <a:buNone/>
            </a:pPr>
            <a:endParaRPr lang="es-DO" sz="2400" dirty="0"/>
          </a:p>
          <a:p>
            <a:pPr marL="0" lvl="0" indent="0" eaLnBrk="0" fontAlgn="base" hangingPunct="0">
              <a:lnSpc>
                <a:spcPct val="100000"/>
              </a:lnSpc>
              <a:spcBef>
                <a:spcPct val="0"/>
              </a:spcBef>
              <a:spcAft>
                <a:spcPct val="0"/>
              </a:spcAft>
              <a:buFontTx/>
              <a:buChar char="•"/>
            </a:pPr>
            <a:r>
              <a:rPr lang="es-DO" sz="2400" b="1" dirty="0"/>
              <a:t>10. </a:t>
            </a:r>
            <a:r>
              <a:rPr lang="es-DO" sz="2400" b="1" dirty="0" err="1"/>
              <a:t>ExifTool</a:t>
            </a:r>
            <a:r>
              <a:rPr lang="es-DO" sz="2400" b="1" dirty="0"/>
              <a:t>:</a:t>
            </a:r>
            <a:r>
              <a:rPr lang="es-DO" sz="2400" dirty="0"/>
              <a:t> Herramienta de línea de comandos utilizada para leer y analizar los metadatos de archivos, como coordenadas GPS y fechas de creación.</a:t>
            </a:r>
          </a:p>
          <a:p>
            <a:endParaRPr lang="es-DO" dirty="0"/>
          </a:p>
        </p:txBody>
      </p:sp>
    </p:spTree>
    <p:extLst>
      <p:ext uri="{BB962C8B-B14F-4D97-AF65-F5344CB8AC3E}">
        <p14:creationId xmlns:p14="http://schemas.microsoft.com/office/powerpoint/2010/main" val="2766661483"/>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Marcador de contenido 2"/>
          <p:cNvSpPr>
            <a:spLocks noGrp="1"/>
          </p:cNvSpPr>
          <p:nvPr>
            <p:ph idx="1"/>
          </p:nvPr>
        </p:nvSpPr>
        <p:spPr>
          <a:xfrm>
            <a:off x="879764" y="1146752"/>
            <a:ext cx="10515600" cy="4351338"/>
          </a:xfrm>
        </p:spPr>
        <p:txBody>
          <a:bodyPr/>
          <a:lstStyle/>
          <a:p>
            <a:pPr marL="0" indent="0" algn="ctr">
              <a:buNone/>
            </a:pPr>
            <a:r>
              <a:rPr lang="es-DO" sz="3600" b="1" dirty="0" smtClean="0"/>
              <a:t>Lo aprendido:</a:t>
            </a:r>
          </a:p>
          <a:p>
            <a:endParaRPr lang="es-DO" dirty="0"/>
          </a:p>
          <a:p>
            <a:pPr marL="0" indent="0">
              <a:buNone/>
            </a:pPr>
            <a:r>
              <a:rPr lang="es-ES" dirty="0"/>
              <a:t>La informática forense es una disciplina clave en la seguridad digital que combina tecnología y legalidad. Su éxito radica en el uso de herramientas especializadas para identificar, preservar y analizar la evidencia digital sin alterarla, garantizando siempre la integridad de los datos y la cadena de custodia para que los hallazgos sean válidos ante cualquier investigación o tribunal.</a:t>
            </a:r>
            <a:endParaRPr lang="es-DO" dirty="0"/>
          </a:p>
        </p:txBody>
      </p:sp>
    </p:spTree>
    <p:extLst>
      <p:ext uri="{BB962C8B-B14F-4D97-AF65-F5344CB8AC3E}">
        <p14:creationId xmlns:p14="http://schemas.microsoft.com/office/powerpoint/2010/main" val="3120487481"/>
      </p:ext>
    </p:extLst>
  </p:cSld>
  <p:clrMapOvr>
    <a:masterClrMapping/>
  </p:clrMapOvr>
</p:sld>
</file>

<file path=ppt/theme/theme1.xml><?xml version="1.0" encoding="utf-8"?>
<a:theme xmlns:a="http://schemas.openxmlformats.org/drawingml/2006/main" name="Tema de Offic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524</TotalTime>
  <Words>1661</Words>
  <Application>Microsoft Office PowerPoint</Application>
  <PresentationFormat>Panorámica</PresentationFormat>
  <Paragraphs>128</Paragraphs>
  <Slides>19</Slides>
  <Notes>0</Notes>
  <HiddenSlides>0</HiddenSlides>
  <MMClips>0</MMClips>
  <ScaleCrop>false</ScaleCrop>
  <HeadingPairs>
    <vt:vector size="6" baseType="variant">
      <vt:variant>
        <vt:lpstr>Fuentes usadas</vt:lpstr>
      </vt:variant>
      <vt:variant>
        <vt:i4>3</vt:i4>
      </vt:variant>
      <vt:variant>
        <vt:lpstr>Tema</vt:lpstr>
      </vt:variant>
      <vt:variant>
        <vt:i4>1</vt:i4>
      </vt:variant>
      <vt:variant>
        <vt:lpstr>Títulos de diapositiva</vt:lpstr>
      </vt:variant>
      <vt:variant>
        <vt:i4>19</vt:i4>
      </vt:variant>
    </vt:vector>
  </HeadingPairs>
  <TitlesOfParts>
    <vt:vector size="23" baseType="lpstr">
      <vt:lpstr>Arial</vt:lpstr>
      <vt:lpstr>Calibri</vt:lpstr>
      <vt:lpstr>Calibri Light</vt:lpstr>
      <vt:lpstr>Tema de Office</vt:lpstr>
      <vt:lpstr>Presentación de PowerPoint</vt:lpstr>
      <vt:lpstr>Concepto de la Informática Forense  </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Herramientas mas utilizadas</vt:lpstr>
      <vt:lpstr>Presentación de PowerPoint</vt:lpstr>
      <vt:lpstr>Presentación de PowerPoint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Presentación</dc:title>
  <dc:creator>Luis Reyes</dc:creator>
  <cp:lastModifiedBy>Participante</cp:lastModifiedBy>
  <cp:revision>25</cp:revision>
  <dcterms:created xsi:type="dcterms:W3CDTF">2026-03-31T00:35:05Z</dcterms:created>
  <dcterms:modified xsi:type="dcterms:W3CDTF">2026-06-16T15:59:25Z</dcterms:modified>
</cp:coreProperties>
</file>