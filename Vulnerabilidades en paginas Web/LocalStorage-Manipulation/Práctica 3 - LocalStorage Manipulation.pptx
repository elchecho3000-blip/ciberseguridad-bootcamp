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#3 – </a:t>
            </a:r>
            <a:r>
              <a:rPr lang="es-DO" dirty="0" err="1">
                <a:latin typeface="Verdana" panose="020B0604030504040204" pitchFamily="34" charset="0"/>
                <a:ea typeface="Verdana" panose="020B0604030504040204" pitchFamily="34" charset="0"/>
              </a:rPr>
              <a:t>LocalStorage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dirty="0" err="1">
                <a:latin typeface="Verdana" panose="020B0604030504040204" pitchFamily="34" charset="0"/>
                <a:ea typeface="Verdana" panose="020B0604030504040204" pitchFamily="34" charset="0"/>
              </a:rPr>
              <a:t>Manipulation</a:t>
            </a:r>
            <a:endParaRPr lang="es-DO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que permite cambiar el rol de acceso para el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logueo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67027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14" y="1344327"/>
            <a:ext cx="11107700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5044" y="666206"/>
            <a:ext cx="8472540" cy="737099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Probamos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clickeando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“Actualizar estado”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27" y="1256823"/>
            <a:ext cx="10917174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470707" y="656817"/>
            <a:ext cx="7419702" cy="571092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el botón “Actualizar estado” y analizamos el código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69" y="1542133"/>
            <a:ext cx="7405940" cy="48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27651" y="259651"/>
            <a:ext cx="8364585" cy="116259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Analizamos e investigamos el código y luego aplicamos lo investigado pulsando las opciones </a:t>
            </a:r>
            <a:b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 herramientas y después en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766" y="1552874"/>
            <a:ext cx="6102353" cy="49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449977" y="418011"/>
            <a:ext cx="9627326" cy="1515292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en “Local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storage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y luego en el enlace de la página web, al hacer esto nos arroja unos valores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41" y="2199816"/>
            <a:ext cx="7600899" cy="392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55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316" y="600890"/>
            <a:ext cx="7432766" cy="1084218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 estos valores cambiaremos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guest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</a:t>
            </a:r>
            <a:b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por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admin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y luego presionamos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enter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62" y="1685108"/>
            <a:ext cx="6326874" cy="45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7389" y="434401"/>
            <a:ext cx="10437222" cy="574767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al actualizar la página vemos que obtuvimos acceso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1152860"/>
            <a:ext cx="1093622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7926977" cy="2942318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herramienta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en 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Inspeccionar un botón web 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Aprovechar las vulnerabilidades del almacenamiento local.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44749" y="1863269"/>
            <a:ext cx="7876364" cy="1546137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No utilizar el almacenamiento local de la aplicación para guardar valores que otorgan acceso.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métodos de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encriptamiento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sofisticados.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Tener un servidor para almacenar datos de acceso.</a:t>
            </a:r>
            <a:endParaRPr lang="es-DO" sz="20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1" y="1022168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91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271</Words>
  <Application>Microsoft Office PowerPoint</Application>
  <PresentationFormat>Panorámica</PresentationFormat>
  <Paragraphs>28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Probamos clickeando “Actualizar estado”</vt:lpstr>
      <vt:lpstr>Inspeccionamos el botón “Actualizar estado” y analizamos el código</vt:lpstr>
      <vt:lpstr>Analizamos e investigamos el código y luego aplicamos lo investigado pulsando las opciones  de herramientas y después en Application</vt:lpstr>
      <vt:lpstr>Clickeamos en “Local storage” y luego en el enlace de la página web, al hacer esto nos arroja unos valores</vt:lpstr>
      <vt:lpstr>De estos valores cambiaremos “guest”  por “admin” y luego presionamos “enter”</vt:lpstr>
      <vt:lpstr>Y listo, al actualizar la página vemos que obtuvimos acceso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33</cp:revision>
  <dcterms:created xsi:type="dcterms:W3CDTF">2026-03-26T15:43:05Z</dcterms:created>
  <dcterms:modified xsi:type="dcterms:W3CDTF">2026-04-04T10:59:37Z</dcterms:modified>
</cp:coreProperties>
</file>