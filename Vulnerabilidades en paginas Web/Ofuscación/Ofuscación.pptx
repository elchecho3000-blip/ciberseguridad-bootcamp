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70" r:id="rId10"/>
    <p:sldId id="269" r:id="rId11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8860E-61B4-4EEF-ABAB-C0D4C68502A2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D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C016F-4F10-40CA-8A61-A1787B77C805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242384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0717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5120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79313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58472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053707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366611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839501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9829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770771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652400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490222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01581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44027-968F-401B-AFAE-2A5FEC4A70B3}" type="datetimeFigureOut">
              <a:rPr lang="es-DO" smtClean="0"/>
              <a:t>3/4/2026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86729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lchecho3000-blip/Ciberseguridad-bootcamp/tree/main/Vulnerabilidades%20en%20paginas%20We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439100" y="2489200"/>
            <a:ext cx="11525100" cy="4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Participante: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Luis Ramon Reyes Volquez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Facilitador: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Kevin Feliz Henríquez 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Técnico: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Ciberseguridad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Módulo: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Fundamentos de ciberseguridad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Centro: </a:t>
            </a:r>
            <a:r>
              <a:rPr lang="es-ES" dirty="0" err="1">
                <a:latin typeface="Verdana"/>
                <a:ea typeface="Verdana"/>
                <a:cs typeface="Verdana"/>
                <a:sym typeface="Verdana"/>
              </a:rPr>
              <a:t>Cyberclass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Practica: 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Reto</a:t>
            </a:r>
            <a:r>
              <a:rPr lang="es-DO" b="1" dirty="0" smtClean="0"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s-ES" dirty="0" smtClean="0">
                <a:latin typeface="Verdana"/>
                <a:ea typeface="Verdana"/>
                <a:cs typeface="Verdana"/>
                <a:sym typeface="Verdana"/>
              </a:rPr>
              <a:t>#2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– </a:t>
            </a:r>
            <a:r>
              <a:rPr lang="es-DO" dirty="0" smtClean="0">
                <a:latin typeface="Verdana" panose="020B0604030504040204" pitchFamily="34" charset="0"/>
                <a:ea typeface="Verdana" panose="020B0604030504040204" pitchFamily="34" charset="0"/>
              </a:rPr>
              <a:t>Ofuscación</a:t>
            </a:r>
          </a:p>
          <a:p>
            <a:pPr lvl="0" algn="l">
              <a:buClr>
                <a:schemeClr val="dk1"/>
              </a:buClr>
              <a:buSzPts val="2400"/>
            </a:pPr>
            <a:r>
              <a:rPr lang="es-DO" b="1" dirty="0" smtClean="0">
                <a:latin typeface="Verdana"/>
                <a:ea typeface="Verdana"/>
                <a:cs typeface="Verdana"/>
                <a:sym typeface="Verdana"/>
              </a:rPr>
              <a:t>Descripción: 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En esta practica encontraré una vulnerabilidad que deja expuesta las credenciales para el </a:t>
            </a:r>
            <a:r>
              <a:rPr lang="es-DO" dirty="0" err="1" smtClean="0">
                <a:latin typeface="Verdana"/>
                <a:ea typeface="Verdana"/>
                <a:cs typeface="Verdana"/>
                <a:sym typeface="Verdana"/>
              </a:rPr>
              <a:t>logueo</a:t>
            </a:r>
            <a:r>
              <a:rPr lang="es-DO" dirty="0" smtClean="0">
                <a:latin typeface="Verdana"/>
                <a:ea typeface="Verdana"/>
                <a:cs typeface="Verdana"/>
                <a:sym typeface="Verdana"/>
              </a:rPr>
              <a:t> de una pagina web</a:t>
            </a:r>
            <a:endParaRPr lang="es-DO" dirty="0"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652" y="475372"/>
            <a:ext cx="2342695" cy="170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47521" y="487396"/>
            <a:ext cx="9535886" cy="536428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En primer lugar accedemos a la pagina web a vulnerar 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51" y="1023824"/>
            <a:ext cx="10755226" cy="551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97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43505" y="326572"/>
            <a:ext cx="7687868" cy="737099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Agotamos probando credenciales genéricas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4" y="953906"/>
            <a:ext cx="10669489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135085" y="604566"/>
            <a:ext cx="6048103" cy="571092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Inspeccionamos el botón “Entrar”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12" y="1175658"/>
            <a:ext cx="11088647" cy="539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404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869472" y="561068"/>
            <a:ext cx="6453051" cy="614589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Analizamos el código 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html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del botón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873" y="1426799"/>
            <a:ext cx="8099023" cy="420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2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1449977" y="418011"/>
            <a:ext cx="9274629" cy="1031966"/>
          </a:xfrm>
        </p:spPr>
        <p:txBody>
          <a:bodyPr>
            <a:normAutofit fontScale="90000"/>
          </a:bodyPr>
          <a:lstStyle/>
          <a:p>
            <a:pPr algn="ctr"/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Clickeamos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el script, analizamos la función en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/>
            </a:r>
            <a:b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y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vemos que contiene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información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ES" sz="24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encriptada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, por lo que probaremos la constante obtenida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337" y="1579950"/>
            <a:ext cx="7411908" cy="491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355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640080" y="992776"/>
            <a:ext cx="10855233" cy="1084218"/>
          </a:xfrm>
        </p:spPr>
        <p:txBody>
          <a:bodyPr>
            <a:normAutofit/>
          </a:bodyPr>
          <a:lstStyle/>
          <a:p>
            <a:pPr algn="ctr"/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Utilizamos </a:t>
            </a:r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la consola del navegador, escribimos “console.log()”, dentro del paréntesis la constante a verificar y vemos que nos arroja unos datos los cuales probaremos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776" y="2364376"/>
            <a:ext cx="9257839" cy="342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13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823062" y="387878"/>
            <a:ext cx="4545874" cy="539586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Y listo, obtuvimos acceso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02" y="927464"/>
            <a:ext cx="1070759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30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132509" y="2217511"/>
            <a:ext cx="7926977" cy="3530146"/>
          </a:xfrm>
        </p:spPr>
        <p:txBody>
          <a:bodyPr>
            <a:normAutofit/>
          </a:bodyPr>
          <a:lstStyle/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Usar F12 para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acceder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a las herramientas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del navegador.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Usar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herramientas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del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navegador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 la consola web.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Inspeccionar un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botón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 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Leer código HTML y </a:t>
            </a:r>
            <a:r>
              <a:rPr lang="es-DO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Encontrar credenciales </a:t>
            </a:r>
            <a:r>
              <a:rPr lang="es-DO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encriptadas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dentro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de un código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r>
              <a:rPr lang="es-ES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Desencriptar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credenciales expuestas.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Tener mas conciencia a la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hora </a:t>
            </a:r>
            <a:r>
              <a:rPr lang="es-DO" sz="2000" dirty="0">
                <a:latin typeface="Verdana" panose="020B0604030504040204" pitchFamily="34" charset="0"/>
                <a:ea typeface="Verdana" panose="020B0604030504040204" pitchFamily="34" charset="0"/>
              </a:rPr>
              <a:t>de programar un sitio </a:t>
            </a:r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web.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s-DO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418113" y="1227275"/>
            <a:ext cx="5355771" cy="732155"/>
          </a:xfrm>
        </p:spPr>
        <p:txBody>
          <a:bodyPr>
            <a:normAutofit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Lo aprendido en esta práctica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37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2090596" y="1992266"/>
            <a:ext cx="7876364" cy="1182007"/>
          </a:xfrm>
        </p:spPr>
        <p:txBody>
          <a:bodyPr>
            <a:normAutofit fontScale="92500"/>
          </a:bodyPr>
          <a:lstStyle/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No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las credenciales </a:t>
            </a:r>
            <a:r>
              <a:rPr lang="es-ES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encriptadas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en 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el mismo código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Utilizar métodos de </a:t>
            </a:r>
            <a:r>
              <a:rPr lang="es-ES" sz="2000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encriptamiento</a:t>
            </a:r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 sofisticados.</a:t>
            </a:r>
            <a:endParaRPr lang="es-ES" sz="2000" dirty="0" smtClean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s-ES" sz="2000" dirty="0" smtClean="0">
                <a:latin typeface="Verdana" panose="020B0604030504040204" pitchFamily="34" charset="0"/>
                <a:ea typeface="Verdana" panose="020B0604030504040204" pitchFamily="34" charset="0"/>
              </a:rPr>
              <a:t>Tener un servidor que verifique las credenciales.</a:t>
            </a:r>
            <a:endParaRPr lang="es-DO" sz="2000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351853" y="1151166"/>
            <a:ext cx="7488286" cy="640714"/>
          </a:xfrm>
        </p:spPr>
        <p:txBody>
          <a:bodyPr>
            <a:normAutofit fontScale="90000"/>
          </a:bodyPr>
          <a:lstStyle/>
          <a:p>
            <a:r>
              <a:rPr lang="es-ES" sz="24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Medidas que podemos utilizar para evitar esto</a:t>
            </a:r>
            <a:endParaRPr lang="es-DO" sz="2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ítulo 1"/>
          <p:cNvSpPr txBox="1">
            <a:spLocks/>
          </p:cNvSpPr>
          <p:nvPr/>
        </p:nvSpPr>
        <p:spPr>
          <a:xfrm>
            <a:off x="4679763" y="3854178"/>
            <a:ext cx="2832463" cy="65377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200" b="1" dirty="0" smtClean="0">
                <a:latin typeface="Verdana" panose="020B0604030504040204" pitchFamily="34" charset="0"/>
                <a:ea typeface="Verdana" panose="020B0604030504040204" pitchFamily="34" charset="0"/>
              </a:rPr>
              <a:t>Link de </a:t>
            </a:r>
            <a:r>
              <a:rPr lang="es-ES" sz="2200" b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Github</a:t>
            </a:r>
            <a:endParaRPr lang="es-DO" sz="22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616524" y="4708343"/>
            <a:ext cx="8958943" cy="914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DO" sz="2000" dirty="0" smtClean="0">
                <a:latin typeface="Verdana" panose="020B0604030504040204" pitchFamily="34" charset="0"/>
                <a:ea typeface="Verdana" panose="020B0604030504040204" pitchFamily="34" charset="0"/>
                <a:hlinkClick r:id="rId2"/>
              </a:rPr>
              <a:t>https://github.com/elchecho3000-blip/Ciberseguridad-bootcamp/tree/main/Vulnerabilidades%20en%20paginas%20Web</a:t>
            </a:r>
            <a:endParaRPr lang="es-DO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0695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213</Words>
  <Application>Microsoft Office PowerPoint</Application>
  <PresentationFormat>Panorámica</PresentationFormat>
  <Paragraphs>29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Tema de Office</vt:lpstr>
      <vt:lpstr>Presentación de PowerPoint</vt:lpstr>
      <vt:lpstr>En primer lugar accedemos a la pagina web a vulnerar </vt:lpstr>
      <vt:lpstr>Agotamos probando credenciales genéricas</vt:lpstr>
      <vt:lpstr>Inspeccionamos el botón “Entrar”</vt:lpstr>
      <vt:lpstr>Analizamos el código html del botón</vt:lpstr>
      <vt:lpstr>Clickeamos el script, analizamos la función en  Javascript y vemos que contiene información encriptada, por lo que probaremos la constante obtenida</vt:lpstr>
      <vt:lpstr>Utilizamos la consola del navegador, escribimos “console.log()”, dentro del paréntesis la constante a verificar y vemos que nos arroja unos datos los cuales probaremos</vt:lpstr>
      <vt:lpstr>Y listo, obtuvimos acceso</vt:lpstr>
      <vt:lpstr>Lo aprendido en esta práctica</vt:lpstr>
      <vt:lpstr>Medidas que podemos utilizar para evitar esto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Reyes</dc:creator>
  <cp:lastModifiedBy>Cuenta Microsoft</cp:lastModifiedBy>
  <cp:revision>26</cp:revision>
  <dcterms:created xsi:type="dcterms:W3CDTF">2026-03-26T15:43:05Z</dcterms:created>
  <dcterms:modified xsi:type="dcterms:W3CDTF">2026-04-03T22:54:26Z</dcterms:modified>
</cp:coreProperties>
</file>