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1" r:id="rId2"/>
    <p:sldId id="262" r:id="rId3"/>
    <p:sldId id="264" r:id="rId4"/>
    <p:sldId id="265" r:id="rId5"/>
    <p:sldId id="266" r:id="rId6"/>
    <p:sldId id="268" r:id="rId7"/>
    <p:sldId id="270" r:id="rId8"/>
    <p:sldId id="269" r:id="rId9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5" d="100"/>
          <a:sy n="45" d="100"/>
        </p:scale>
        <p:origin x="8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38860E-61B4-4EEF-ABAB-C0D4C68502A2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D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4C016F-4F10-40CA-8A61-A1787B77C805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242384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0717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05120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93139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584720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053707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366611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839501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98293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770771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652400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490222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15817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44027-968F-401B-AFAE-2A5FEC4A70B3}" type="datetimeFigureOut">
              <a:rPr lang="es-DO" smtClean="0"/>
              <a:t>7/4/2026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48672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lchecho3000-blip/Ciberseguridad-bootcamp/tree/main/Vulnerabilidades%20en%20paginas%20Web/Header-Spoof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439100" y="2489200"/>
            <a:ext cx="11525100" cy="43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Participante: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Luis Ramon Reyes Volquez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Facilitador: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Kevin Feliz Henríquez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b="1" dirty="0">
                <a:latin typeface="Verdana"/>
                <a:ea typeface="Verdana"/>
                <a:cs typeface="Verdana"/>
                <a:sym typeface="Verdana"/>
              </a:rPr>
              <a:t>Técnico: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Ciberseguridad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Módulo: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Fundamentos de ciberseguridad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b="1" dirty="0">
                <a:latin typeface="Verdana"/>
                <a:ea typeface="Verdana"/>
                <a:cs typeface="Verdana"/>
                <a:sym typeface="Verdana"/>
              </a:rPr>
              <a:t>Centro: </a:t>
            </a:r>
            <a:r>
              <a:rPr lang="es-ES" dirty="0" err="1">
                <a:latin typeface="Verdana"/>
                <a:ea typeface="Verdana"/>
                <a:cs typeface="Verdana"/>
                <a:sym typeface="Verdana"/>
              </a:rPr>
              <a:t>Cyberclass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Practica: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Reto</a:t>
            </a: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#4 – </a:t>
            </a:r>
            <a:r>
              <a:rPr lang="es-DO" b="0" i="0" dirty="0" err="1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Header</a:t>
            </a:r>
            <a:r>
              <a:rPr lang="es-DO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DO" b="0" i="0" dirty="0" err="1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Spoofing</a:t>
            </a:r>
            <a:endParaRPr lang="es-DO" b="0" i="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Descripción: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En esta practica encontraré una vulnerabilidad que al cambiar el </a:t>
            </a:r>
            <a:r>
              <a:rPr lang="es-DO" dirty="0" err="1">
                <a:latin typeface="Verdana"/>
                <a:ea typeface="Verdana"/>
                <a:cs typeface="Verdana"/>
                <a:sym typeface="Verdana"/>
              </a:rPr>
              <a:t>user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s-DO" dirty="0" err="1">
                <a:latin typeface="Verdana"/>
                <a:ea typeface="Verdana"/>
                <a:cs typeface="Verdana"/>
                <a:sym typeface="Verdana"/>
              </a:rPr>
              <a:t>agent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 logro obtener el acceso de una pagina web</a:t>
            </a: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4652" y="475372"/>
            <a:ext cx="2342695" cy="170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7521" y="670276"/>
            <a:ext cx="9535886" cy="536428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En primer lugar accedemos a la pagina web a vulnerar 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93E782B-E06A-DA68-FBED-A5C4C1FC0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29" y="1214980"/>
            <a:ext cx="9964541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697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269241" y="238837"/>
            <a:ext cx="9653518" cy="1351128"/>
          </a:xfrm>
        </p:spPr>
        <p:txBody>
          <a:bodyPr>
            <a:normAutofit/>
          </a:bodyPr>
          <a:lstStyle/>
          <a:p>
            <a:pPr algn="ctr"/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Inspeccionamos dicha página; al analizar el código y luego investigar nos damos cuenta que existe una vulnerabilidad que se puede explotar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0BBB342-BAFF-C74E-F79F-5AA79F019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131" y="1511640"/>
            <a:ext cx="6945738" cy="510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404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184564" y="235767"/>
            <a:ext cx="7822869" cy="1162595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Entonces </a:t>
            </a:r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clickeamos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 en el menú para mas herramientas y luego en condiciones de red 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17B7C21-0792-BB30-FD49-C87DAD562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479" y="1398362"/>
            <a:ext cx="6909041" cy="5150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12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627797" y="246891"/>
            <a:ext cx="10936406" cy="1337480"/>
          </a:xfrm>
        </p:spPr>
        <p:txBody>
          <a:bodyPr>
            <a:normAutofit/>
          </a:bodyPr>
          <a:lstStyle/>
          <a:p>
            <a:pPr algn="ctr"/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Desmarcamos la casilla “Usar navegador por defecto” y luego en la casilla “Introduce un agente de usuario” digitamos el agente que nos proporciona la misma página web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9C6071-3EE4-9CE5-3F82-41B5A280B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246" y="1584371"/>
            <a:ext cx="6710802" cy="474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355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423608" y="434401"/>
            <a:ext cx="9344784" cy="574767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Y listo, la página nos muestra que obtuvimos acceso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2CD1884-AC2D-E239-F222-0739F5FC8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756" y="1009168"/>
            <a:ext cx="10126488" cy="518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530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132509" y="2217511"/>
            <a:ext cx="7926977" cy="2942318"/>
          </a:xfrm>
        </p:spPr>
        <p:txBody>
          <a:bodyPr>
            <a:normAutofit/>
          </a:bodyPr>
          <a:lstStyle/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Usar F12 para acceder a las herramientas del navegador.</a:t>
            </a: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Usar herramientas del navegador web.</a:t>
            </a:r>
          </a:p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Utilizar la herramienta </a:t>
            </a:r>
            <a:r>
              <a:rPr lang="es-ES" sz="2000" b="1" dirty="0">
                <a:latin typeface="Verdana" panose="020B0604030504040204" pitchFamily="34" charset="0"/>
                <a:ea typeface="Verdana" panose="020B0604030504040204" pitchFamily="34" charset="0"/>
              </a:rPr>
              <a:t>Network </a:t>
            </a:r>
            <a:r>
              <a:rPr lang="es-ES" sz="2000" b="1" dirty="0" err="1">
                <a:latin typeface="Verdana" panose="020B0604030504040204" pitchFamily="34" charset="0"/>
                <a:ea typeface="Verdana" panose="020B0604030504040204" pitchFamily="34" charset="0"/>
              </a:rPr>
              <a:t>conditions</a:t>
            </a:r>
            <a:r>
              <a:rPr lang="es-ES" sz="20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en la web.</a:t>
            </a:r>
            <a:endParaRPr lang="es-DO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Aprovechar las vulnerabilidades del </a:t>
            </a:r>
            <a:r>
              <a:rPr lang="es-DO" sz="2000" b="1" dirty="0" err="1">
                <a:latin typeface="Verdana" panose="020B0604030504040204" pitchFamily="34" charset="0"/>
                <a:ea typeface="Verdana" panose="020B0604030504040204" pitchFamily="34" charset="0"/>
              </a:rPr>
              <a:t>Agent</a:t>
            </a:r>
            <a:r>
              <a:rPr lang="es-DO" sz="20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DO" sz="2000" b="1" dirty="0" err="1">
                <a:latin typeface="Verdana" panose="020B0604030504040204" pitchFamily="34" charset="0"/>
                <a:ea typeface="Verdana" panose="020B0604030504040204" pitchFamily="34" charset="0"/>
              </a:rPr>
              <a:t>user</a:t>
            </a:r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Leer código HTML y </a:t>
            </a:r>
            <a:r>
              <a:rPr lang="es-DO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Javascript</a:t>
            </a:r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Tener mas conciencia a la hora de programar un sitio web.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s-DO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418113" y="1227275"/>
            <a:ext cx="5355771" cy="732155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Lo aprendido en esta práctica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376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92072" y="1863270"/>
            <a:ext cx="10044751" cy="456850"/>
          </a:xfrm>
        </p:spPr>
        <p:txBody>
          <a:bodyPr>
            <a:normAutofit/>
          </a:bodyPr>
          <a:lstStyle/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No revelar el agente de usuario que permite el acceso a una página web.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351851" y="1022168"/>
            <a:ext cx="7488286" cy="640714"/>
          </a:xfrm>
        </p:spPr>
        <p:txBody>
          <a:bodyPr>
            <a:normAutofit fontScale="90000"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Medidas que podemos utilizar para evitar esto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4679763" y="3854178"/>
            <a:ext cx="2832463" cy="6537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200" b="1" dirty="0">
                <a:latin typeface="Verdana" panose="020B0604030504040204" pitchFamily="34" charset="0"/>
                <a:ea typeface="Verdana" panose="020B0604030504040204" pitchFamily="34" charset="0"/>
              </a:rPr>
              <a:t>Link de </a:t>
            </a:r>
            <a:r>
              <a:rPr lang="es-ES" sz="2200" b="1" dirty="0" err="1">
                <a:latin typeface="Verdana" panose="020B0604030504040204" pitchFamily="34" charset="0"/>
                <a:ea typeface="Verdana" panose="020B0604030504040204" pitchFamily="34" charset="0"/>
              </a:rPr>
              <a:t>Github</a:t>
            </a:r>
            <a:endParaRPr lang="es-DO" sz="22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1616522" y="4729608"/>
            <a:ext cx="8958943" cy="15223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  <a:hlinkClick r:id="rId2"/>
              </a:rPr>
              <a:t>https://github.com/elchecho3000-blip/Ciberseguridad-bootcamp/tree/main/Vulnerabilidades%20en%20paginas%20Web/Header-Spoofing</a:t>
            </a:r>
            <a:endParaRPr lang="es-DO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0695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242</Words>
  <Application>Microsoft Office PowerPoint</Application>
  <PresentationFormat>Panorámica</PresentationFormat>
  <Paragraphs>23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Verdana</vt:lpstr>
      <vt:lpstr>Tema de Office</vt:lpstr>
      <vt:lpstr>Presentación de PowerPoint</vt:lpstr>
      <vt:lpstr>En primer lugar accedemos a la pagina web a vulnerar </vt:lpstr>
      <vt:lpstr>Inspeccionamos dicha página; al analizar el código y luego investigar nos damos cuenta que existe una vulnerabilidad que se puede explotar</vt:lpstr>
      <vt:lpstr>Entonces clickeamos en el menú para mas herramientas y luego en condiciones de red </vt:lpstr>
      <vt:lpstr>Desmarcamos la casilla “Usar navegador por defecto” y luego en la casilla “Introduce un agente de usuario” digitamos el agente que nos proporciona la misma página web</vt:lpstr>
      <vt:lpstr>Y listo, la página nos muestra que obtuvimos acceso</vt:lpstr>
      <vt:lpstr>Lo aprendido en esta práctica</vt:lpstr>
      <vt:lpstr>Medidas que podemos utilizar para evitar esto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Reyes</dc:creator>
  <cp:lastModifiedBy>Participante</cp:lastModifiedBy>
  <cp:revision>35</cp:revision>
  <dcterms:created xsi:type="dcterms:W3CDTF">2026-03-26T15:43:05Z</dcterms:created>
  <dcterms:modified xsi:type="dcterms:W3CDTF">2026-04-07T17:05:52Z</dcterms:modified>
</cp:coreProperties>
</file>