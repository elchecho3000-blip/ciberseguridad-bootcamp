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46191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948138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301363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05858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12615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894391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7789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634897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36189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028706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47352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93067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Introduccion</a:t>
            </a:r>
            <a:r>
              <a:rPr lang="es-ES" dirty="0"/>
              <a:t> a las redes (CCNA1)</a:t>
            </a:r>
            <a:endParaRPr lang="es-D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Comandos </a:t>
            </a:r>
            <a:r>
              <a:rPr lang="es-ES" dirty="0" err="1"/>
              <a:t>netstat</a:t>
            </a:r>
            <a:r>
              <a:rPr lang="es-ES" dirty="0"/>
              <a:t> </a:t>
            </a:r>
            <a:r>
              <a:rPr lang="es-ES" dirty="0" smtClean="0"/>
              <a:t>para </a:t>
            </a:r>
            <a:r>
              <a:rPr lang="es-ES" dirty="0"/>
              <a:t>CMD de Windows</a:t>
            </a:r>
          </a:p>
          <a:p>
            <a:r>
              <a:rPr lang="es-ES" dirty="0"/>
              <a:t>Luis Reyes </a:t>
            </a:r>
            <a:r>
              <a:rPr lang="es-ES" dirty="0" err="1"/>
              <a:t>Volquez</a:t>
            </a:r>
            <a:endParaRPr lang="es-ES" dirty="0"/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934421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Comando </a:t>
            </a:r>
            <a:r>
              <a:rPr lang="es-ES" dirty="0" err="1" smtClean="0"/>
              <a:t>netstat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995442"/>
            <a:ext cx="5181600" cy="4351338"/>
          </a:xfrm>
        </p:spPr>
        <p:txBody>
          <a:bodyPr/>
          <a:lstStyle/>
          <a:p>
            <a:r>
              <a:rPr lang="es-ES" dirty="0"/>
              <a:t>Se utiliza para ver </a:t>
            </a:r>
            <a:r>
              <a:rPr lang="es-ES" dirty="0" smtClean="0"/>
              <a:t>las conexiones </a:t>
            </a:r>
            <a:r>
              <a:rPr lang="es-ES" dirty="0" err="1" smtClean="0"/>
              <a:t>tcp</a:t>
            </a:r>
            <a:r>
              <a:rPr lang="es-ES" dirty="0" smtClean="0"/>
              <a:t> activas.</a:t>
            </a:r>
            <a:endParaRPr lang="es-DO" dirty="0"/>
          </a:p>
        </p:txBody>
      </p:sp>
      <p:pic>
        <p:nvPicPr>
          <p:cNvPr id="14" name="Marcador de contenido 1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1995442"/>
            <a:ext cx="5181600" cy="308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375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43058"/>
            <a:ext cx="10515600" cy="679904"/>
          </a:xfrm>
        </p:spPr>
        <p:txBody>
          <a:bodyPr>
            <a:normAutofit fontScale="90000"/>
          </a:bodyPr>
          <a:lstStyle/>
          <a:p>
            <a:r>
              <a:rPr lang="es-ES" dirty="0"/>
              <a:t>Comando </a:t>
            </a:r>
            <a:r>
              <a:rPr lang="es-ES" dirty="0" err="1" smtClean="0"/>
              <a:t>netstat</a:t>
            </a:r>
            <a:r>
              <a:rPr lang="es-ES" dirty="0" smtClean="0"/>
              <a:t> -a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67443" y="822962"/>
            <a:ext cx="10657114" cy="551815"/>
          </a:xfrm>
        </p:spPr>
        <p:txBody>
          <a:bodyPr/>
          <a:lstStyle/>
          <a:p>
            <a:r>
              <a:rPr lang="es-ES" dirty="0"/>
              <a:t>Se utiliza para ver </a:t>
            </a:r>
            <a:r>
              <a:rPr lang="es-ES" dirty="0" smtClean="0"/>
              <a:t>las conexiones </a:t>
            </a:r>
            <a:r>
              <a:rPr lang="es-ES" dirty="0" err="1" smtClean="0"/>
              <a:t>tcp</a:t>
            </a:r>
            <a:r>
              <a:rPr lang="es-ES" dirty="0" smtClean="0"/>
              <a:t> activas en modo escucha.</a:t>
            </a:r>
            <a:endParaRPr lang="es-DO" dirty="0"/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0274"/>
            <a:ext cx="6592104" cy="5483223"/>
          </a:xfr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3" r="24731"/>
          <a:stretch/>
        </p:blipFill>
        <p:spPr>
          <a:xfrm>
            <a:off x="7236824" y="1207335"/>
            <a:ext cx="3344092" cy="560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97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43058"/>
            <a:ext cx="10515600" cy="679904"/>
          </a:xfrm>
        </p:spPr>
        <p:txBody>
          <a:bodyPr>
            <a:normAutofit fontScale="90000"/>
          </a:bodyPr>
          <a:lstStyle/>
          <a:p>
            <a:r>
              <a:rPr lang="es-ES" dirty="0"/>
              <a:t>Comando </a:t>
            </a:r>
            <a:r>
              <a:rPr lang="es-ES" dirty="0" err="1" smtClean="0"/>
              <a:t>netstat</a:t>
            </a:r>
            <a:r>
              <a:rPr lang="es-ES" dirty="0" smtClean="0"/>
              <a:t> –a | </a:t>
            </a:r>
            <a:r>
              <a:rPr lang="es-ES" dirty="0" err="1" smtClean="0"/>
              <a:t>find</a:t>
            </a:r>
            <a:r>
              <a:rPr lang="es-ES" dirty="0" smtClean="0"/>
              <a:t> “LISTEN”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67443" y="822962"/>
            <a:ext cx="10657114" cy="551815"/>
          </a:xfrm>
        </p:spPr>
        <p:txBody>
          <a:bodyPr/>
          <a:lstStyle/>
          <a:p>
            <a:r>
              <a:rPr lang="es-ES" dirty="0"/>
              <a:t>Se utiliza para </a:t>
            </a:r>
            <a:r>
              <a:rPr lang="es-ES" dirty="0"/>
              <a:t>ver los puertos en </a:t>
            </a:r>
            <a:r>
              <a:rPr lang="es-ES" dirty="0" smtClean="0"/>
              <a:t>modo escucha.</a:t>
            </a:r>
            <a:endParaRPr lang="es-DO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30" r="18192"/>
          <a:stretch/>
        </p:blipFill>
        <p:spPr>
          <a:xfrm>
            <a:off x="6443425" y="1334787"/>
            <a:ext cx="5378461" cy="5226110"/>
          </a:xfrm>
        </p:spPr>
      </p:pic>
    </p:spTree>
    <p:extLst>
      <p:ext uri="{BB962C8B-B14F-4D97-AF65-F5344CB8AC3E}">
        <p14:creationId xmlns:p14="http://schemas.microsoft.com/office/powerpoint/2010/main" val="3153191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43058"/>
            <a:ext cx="10515600" cy="679904"/>
          </a:xfrm>
        </p:spPr>
        <p:txBody>
          <a:bodyPr>
            <a:normAutofit fontScale="90000"/>
          </a:bodyPr>
          <a:lstStyle/>
          <a:p>
            <a:r>
              <a:rPr lang="es-ES" dirty="0"/>
              <a:t>Comando </a:t>
            </a:r>
            <a:r>
              <a:rPr lang="es-ES" dirty="0" err="1" smtClean="0"/>
              <a:t>netstat</a:t>
            </a:r>
            <a:r>
              <a:rPr lang="es-ES" dirty="0" smtClean="0"/>
              <a:t> –s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67443" y="822962"/>
            <a:ext cx="10657114" cy="551815"/>
          </a:xfrm>
        </p:spPr>
        <p:txBody>
          <a:bodyPr/>
          <a:lstStyle/>
          <a:p>
            <a:r>
              <a:rPr lang="es-ES" dirty="0"/>
              <a:t>Se utiliza para </a:t>
            </a:r>
            <a:r>
              <a:rPr lang="es-ES" dirty="0" smtClean="0"/>
              <a:t>mostrar las métricas de diferentes protocolos</a:t>
            </a:r>
            <a:r>
              <a:rPr lang="es-ES" dirty="0" smtClean="0"/>
              <a:t>.</a:t>
            </a:r>
            <a:endParaRPr lang="es-DO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6" y="1224042"/>
            <a:ext cx="3425924" cy="555450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180" y="1224042"/>
            <a:ext cx="4364849" cy="5551568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3439" y="1212234"/>
            <a:ext cx="3962953" cy="55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346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43058"/>
            <a:ext cx="10515600" cy="679904"/>
          </a:xfrm>
        </p:spPr>
        <p:txBody>
          <a:bodyPr>
            <a:normAutofit fontScale="90000"/>
          </a:bodyPr>
          <a:lstStyle/>
          <a:p>
            <a:r>
              <a:rPr lang="es-ES" dirty="0"/>
              <a:t>Comando </a:t>
            </a:r>
            <a:r>
              <a:rPr lang="es-ES" dirty="0" err="1" smtClean="0"/>
              <a:t>netstat</a:t>
            </a:r>
            <a:r>
              <a:rPr lang="es-ES" dirty="0" smtClean="0"/>
              <a:t> –ano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67443" y="822962"/>
            <a:ext cx="10657114" cy="551815"/>
          </a:xfrm>
        </p:spPr>
        <p:txBody>
          <a:bodyPr/>
          <a:lstStyle/>
          <a:p>
            <a:r>
              <a:rPr lang="es-ES" dirty="0"/>
              <a:t>Se utiliza para </a:t>
            </a:r>
            <a:r>
              <a:rPr lang="es-ES" dirty="0"/>
              <a:t>ver </a:t>
            </a:r>
            <a:r>
              <a:rPr lang="es-ES" dirty="0" smtClean="0"/>
              <a:t>el PID</a:t>
            </a:r>
            <a:r>
              <a:rPr lang="es-ES" dirty="0" smtClean="0"/>
              <a:t>.</a:t>
            </a:r>
            <a:endParaRPr lang="es-DO" dirty="0"/>
          </a:p>
        </p:txBody>
      </p:sp>
      <p:pic>
        <p:nvPicPr>
          <p:cNvPr id="7" name="Marcador de contenido 6"/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53" r="12017"/>
          <a:stretch/>
        </p:blipFill>
        <p:spPr>
          <a:xfrm>
            <a:off x="838200" y="1417539"/>
            <a:ext cx="4661263" cy="5133638"/>
          </a:xfrm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8" r="6831"/>
          <a:stretch/>
        </p:blipFill>
        <p:spPr>
          <a:xfrm>
            <a:off x="5590903" y="1406825"/>
            <a:ext cx="5339227" cy="515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216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43058"/>
            <a:ext cx="10515600" cy="679904"/>
          </a:xfrm>
        </p:spPr>
        <p:txBody>
          <a:bodyPr>
            <a:normAutofit fontScale="90000"/>
          </a:bodyPr>
          <a:lstStyle/>
          <a:p>
            <a:r>
              <a:rPr lang="es-ES" dirty="0"/>
              <a:t>Comando </a:t>
            </a:r>
            <a:r>
              <a:rPr lang="es-ES" dirty="0" err="1"/>
              <a:t>netstat</a:t>
            </a:r>
            <a:r>
              <a:rPr lang="es-ES" dirty="0"/>
              <a:t> </a:t>
            </a:r>
            <a:r>
              <a:rPr lang="es-ES" dirty="0" smtClean="0"/>
              <a:t>–</a:t>
            </a:r>
            <a:r>
              <a:rPr lang="es-ES" dirty="0"/>
              <a:t>p </a:t>
            </a:r>
            <a:r>
              <a:rPr lang="es-ES" dirty="0" err="1" smtClean="0"/>
              <a:t>tcp</a:t>
            </a:r>
            <a:r>
              <a:rPr lang="es-ES" dirty="0" smtClean="0"/>
              <a:t>   </a:t>
            </a:r>
            <a:r>
              <a:rPr lang="es-ES" dirty="0"/>
              <a:t>Comando </a:t>
            </a:r>
            <a:r>
              <a:rPr lang="es-ES" dirty="0" err="1"/>
              <a:t>netstat</a:t>
            </a:r>
            <a:r>
              <a:rPr lang="es-ES" dirty="0"/>
              <a:t> </a:t>
            </a:r>
            <a:r>
              <a:rPr lang="es-ES" dirty="0" smtClean="0"/>
              <a:t>–p </a:t>
            </a:r>
            <a:r>
              <a:rPr lang="es-ES" dirty="0" err="1" smtClean="0"/>
              <a:t>udp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67443" y="822962"/>
            <a:ext cx="10657114" cy="551815"/>
          </a:xfrm>
        </p:spPr>
        <p:txBody>
          <a:bodyPr/>
          <a:lstStyle/>
          <a:p>
            <a:r>
              <a:rPr lang="es-ES" dirty="0"/>
              <a:t>Se utiliza </a:t>
            </a:r>
            <a:r>
              <a:rPr lang="es-ES" dirty="0" smtClean="0"/>
              <a:t>para filtrar por protocolos.</a:t>
            </a:r>
            <a:endParaRPr lang="es-DO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" y="1374777"/>
            <a:ext cx="5181600" cy="2115920"/>
          </a:xfr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049" y="1865920"/>
            <a:ext cx="4839375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786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8482"/>
            <a:ext cx="10515600" cy="679904"/>
          </a:xfrm>
        </p:spPr>
        <p:txBody>
          <a:bodyPr>
            <a:normAutofit fontScale="90000"/>
          </a:bodyPr>
          <a:lstStyle/>
          <a:p>
            <a:r>
              <a:rPr lang="es-ES" dirty="0"/>
              <a:t>Comando </a:t>
            </a:r>
            <a:r>
              <a:rPr lang="es-ES" dirty="0" err="1"/>
              <a:t>netstat</a:t>
            </a:r>
            <a:r>
              <a:rPr lang="es-ES" dirty="0"/>
              <a:t> </a:t>
            </a:r>
            <a:r>
              <a:rPr lang="es-ES" dirty="0" smtClean="0"/>
              <a:t>–ano | </a:t>
            </a:r>
            <a:r>
              <a:rPr lang="es-ES" dirty="0" err="1" smtClean="0"/>
              <a:t>find</a:t>
            </a:r>
            <a:r>
              <a:rPr lang="es-ES" dirty="0" smtClean="0"/>
              <a:t> “[puerto]”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67443" y="1184414"/>
            <a:ext cx="10657114" cy="551815"/>
          </a:xfrm>
        </p:spPr>
        <p:txBody>
          <a:bodyPr/>
          <a:lstStyle/>
          <a:p>
            <a:r>
              <a:rPr lang="es-ES" dirty="0"/>
              <a:t>Se utiliza </a:t>
            </a:r>
            <a:r>
              <a:rPr lang="es-ES" dirty="0" smtClean="0"/>
              <a:t>para filtrar por protocolos.</a:t>
            </a:r>
            <a:endParaRPr lang="es-DO" dirty="0"/>
          </a:p>
        </p:txBody>
      </p:sp>
      <p:pic>
        <p:nvPicPr>
          <p:cNvPr id="8" name="Marcador de contenido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850" y="1736229"/>
            <a:ext cx="8742659" cy="3570088"/>
          </a:xfrm>
        </p:spPr>
      </p:pic>
    </p:spTree>
    <p:extLst>
      <p:ext uri="{BB962C8B-B14F-4D97-AF65-F5344CB8AC3E}">
        <p14:creationId xmlns:p14="http://schemas.microsoft.com/office/powerpoint/2010/main" val="18611862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120</Words>
  <Application>Microsoft Office PowerPoint</Application>
  <PresentationFormat>Panorámica</PresentationFormat>
  <Paragraphs>17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de Office</vt:lpstr>
      <vt:lpstr>Introduccion a las redes (CCNA1)</vt:lpstr>
      <vt:lpstr>Comando netstat</vt:lpstr>
      <vt:lpstr>Comando netstat -a</vt:lpstr>
      <vt:lpstr>Comando netstat –a | find “LISTEN”</vt:lpstr>
      <vt:lpstr>Comando netstat –s</vt:lpstr>
      <vt:lpstr>Comando netstat –ano</vt:lpstr>
      <vt:lpstr>Comando netstat –p tcp   Comando netstat –p udp</vt:lpstr>
      <vt:lpstr>Comando netstat –ano | find “[puerto]”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Introduccion a las redes (CCNA1)</dc:title>
  <dc:creator>Luis Reyes</dc:creator>
  <cp:lastModifiedBy>Cuenta Microsoft</cp:lastModifiedBy>
  <cp:revision>24</cp:revision>
  <dcterms:created xsi:type="dcterms:W3CDTF">2026-01-19T16:27:51Z</dcterms:created>
  <dcterms:modified xsi:type="dcterms:W3CDTF">2026-01-22T14:53:58Z</dcterms:modified>
</cp:coreProperties>
</file>