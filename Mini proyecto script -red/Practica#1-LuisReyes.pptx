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61" r:id="rId2"/>
    <p:sldId id="256" r:id="rId3"/>
    <p:sldId id="268" r:id="rId4"/>
    <p:sldId id="258" r:id="rId5"/>
    <p:sldId id="259" r:id="rId6"/>
    <p:sldId id="262" r:id="rId7"/>
    <p:sldId id="263" r:id="rId8"/>
    <p:sldId id="264" r:id="rId9"/>
    <p:sldId id="265" r:id="rId10"/>
    <p:sldId id="267" r:id="rId11"/>
    <p:sldId id="266" r:id="rId12"/>
    <p:sldId id="260" r:id="rId13"/>
  </p:sldIdLst>
  <p:sldSz cx="12192000" cy="6858000"/>
  <p:notesSz cx="6858000" cy="9144000"/>
  <p:defaultTextStyle>
    <a:defPPr>
      <a:defRPr lang="es-D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>
      <p:cViewPr varScale="1">
        <p:scale>
          <a:sx n="72" d="100"/>
          <a:sy n="72" d="100"/>
        </p:scale>
        <p:origin x="66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DO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38860E-61B4-4EEF-ABAB-C0D4C68502A2}" type="datetimeFigureOut">
              <a:rPr lang="es-DO" smtClean="0"/>
              <a:t>7/4/2026</a:t>
            </a:fld>
            <a:endParaRPr lang="es-DO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DO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D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D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C4C016F-4F10-40CA-8A61-A1787B77C805}" type="slidenum">
              <a:rPr lang="es-DO" smtClean="0"/>
              <a:t>‹Nº›</a:t>
            </a:fld>
            <a:endParaRPr lang="es-DO"/>
          </a:p>
        </p:txBody>
      </p:sp>
    </p:spTree>
    <p:extLst>
      <p:ext uri="{BB962C8B-B14F-4D97-AF65-F5344CB8AC3E}">
        <p14:creationId xmlns:p14="http://schemas.microsoft.com/office/powerpoint/2010/main" val="12423845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DO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editar el estilo de subtítulo del patrón</a:t>
            </a:r>
            <a:endParaRPr lang="es-DO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44027-968F-401B-AFAE-2A5FEC4A70B3}" type="datetimeFigureOut">
              <a:rPr lang="es-DO" smtClean="0"/>
              <a:t>7/4/2026</a:t>
            </a:fld>
            <a:endParaRPr lang="es-DO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DO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E8C449-59B7-4C51-95D1-2EDD7355647E}" type="slidenum">
              <a:rPr lang="es-DO" smtClean="0"/>
              <a:t>‹Nº›</a:t>
            </a:fld>
            <a:endParaRPr lang="es-DO"/>
          </a:p>
        </p:txBody>
      </p:sp>
    </p:spTree>
    <p:extLst>
      <p:ext uri="{BB962C8B-B14F-4D97-AF65-F5344CB8AC3E}">
        <p14:creationId xmlns:p14="http://schemas.microsoft.com/office/powerpoint/2010/main" val="4051202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DO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DO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44027-968F-401B-AFAE-2A5FEC4A70B3}" type="datetimeFigureOut">
              <a:rPr lang="es-DO" smtClean="0"/>
              <a:t>7/4/2026</a:t>
            </a:fld>
            <a:endParaRPr lang="es-DO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DO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E8C449-59B7-4C51-95D1-2EDD7355647E}" type="slidenum">
              <a:rPr lang="es-DO" smtClean="0"/>
              <a:t>‹Nº›</a:t>
            </a:fld>
            <a:endParaRPr lang="es-DO"/>
          </a:p>
        </p:txBody>
      </p:sp>
    </p:spTree>
    <p:extLst>
      <p:ext uri="{BB962C8B-B14F-4D97-AF65-F5344CB8AC3E}">
        <p14:creationId xmlns:p14="http://schemas.microsoft.com/office/powerpoint/2010/main" val="37931392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DO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44027-968F-401B-AFAE-2A5FEC4A70B3}" type="datetimeFigureOut">
              <a:rPr lang="es-DO" smtClean="0"/>
              <a:t>7/4/2026</a:t>
            </a:fld>
            <a:endParaRPr lang="es-DO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DO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E8C449-59B7-4C51-95D1-2EDD7355647E}" type="slidenum">
              <a:rPr lang="es-DO" smtClean="0"/>
              <a:t>‹Nº›</a:t>
            </a:fld>
            <a:endParaRPr lang="es-DO"/>
          </a:p>
        </p:txBody>
      </p:sp>
    </p:spTree>
    <p:extLst>
      <p:ext uri="{BB962C8B-B14F-4D97-AF65-F5344CB8AC3E}">
        <p14:creationId xmlns:p14="http://schemas.microsoft.com/office/powerpoint/2010/main" val="5847204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DO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DO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DO"/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44027-968F-401B-AFAE-2A5FEC4A70B3}" type="datetimeFigureOut">
              <a:rPr lang="es-DO" smtClean="0"/>
              <a:t>7/4/2026</a:t>
            </a:fld>
            <a:endParaRPr lang="es-D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D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E8C449-59B7-4C51-95D1-2EDD7355647E}" type="slidenum">
              <a:rPr lang="es-DO" smtClean="0"/>
              <a:t>‹Nº›</a:t>
            </a:fld>
            <a:endParaRPr lang="es-DO"/>
          </a:p>
        </p:txBody>
      </p:sp>
    </p:spTree>
    <p:extLst>
      <p:ext uri="{BB962C8B-B14F-4D97-AF65-F5344CB8AC3E}">
        <p14:creationId xmlns:p14="http://schemas.microsoft.com/office/powerpoint/2010/main" val="20537073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DO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DO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DO"/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44027-968F-401B-AFAE-2A5FEC4A70B3}" type="datetimeFigureOut">
              <a:rPr lang="es-DO" smtClean="0"/>
              <a:t>7/4/2026</a:t>
            </a:fld>
            <a:endParaRPr lang="es-DO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DO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E8C449-59B7-4C51-95D1-2EDD7355647E}" type="slidenum">
              <a:rPr lang="es-DO" smtClean="0"/>
              <a:t>‹Nº›</a:t>
            </a:fld>
            <a:endParaRPr lang="es-DO"/>
          </a:p>
        </p:txBody>
      </p:sp>
    </p:spTree>
    <p:extLst>
      <p:ext uri="{BB962C8B-B14F-4D97-AF65-F5344CB8AC3E}">
        <p14:creationId xmlns:p14="http://schemas.microsoft.com/office/powerpoint/2010/main" val="33666117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DO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44027-968F-401B-AFAE-2A5FEC4A70B3}" type="datetimeFigureOut">
              <a:rPr lang="es-DO" smtClean="0"/>
              <a:t>7/4/2026</a:t>
            </a:fld>
            <a:endParaRPr lang="es-DO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DO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E8C449-59B7-4C51-95D1-2EDD7355647E}" type="slidenum">
              <a:rPr lang="es-DO" smtClean="0"/>
              <a:t>‹Nº›</a:t>
            </a:fld>
            <a:endParaRPr lang="es-DO"/>
          </a:p>
        </p:txBody>
      </p:sp>
    </p:spTree>
    <p:extLst>
      <p:ext uri="{BB962C8B-B14F-4D97-AF65-F5344CB8AC3E}">
        <p14:creationId xmlns:p14="http://schemas.microsoft.com/office/powerpoint/2010/main" val="18395013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44027-968F-401B-AFAE-2A5FEC4A70B3}" type="datetimeFigureOut">
              <a:rPr lang="es-DO" smtClean="0"/>
              <a:t>7/4/2026</a:t>
            </a:fld>
            <a:endParaRPr lang="es-DO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DO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E8C449-59B7-4C51-95D1-2EDD7355647E}" type="slidenum">
              <a:rPr lang="es-DO" smtClean="0"/>
              <a:t>‹Nº›</a:t>
            </a:fld>
            <a:endParaRPr lang="es-DO"/>
          </a:p>
        </p:txBody>
      </p:sp>
    </p:spTree>
    <p:extLst>
      <p:ext uri="{BB962C8B-B14F-4D97-AF65-F5344CB8AC3E}">
        <p14:creationId xmlns:p14="http://schemas.microsoft.com/office/powerpoint/2010/main" val="4982930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DO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DO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44027-968F-401B-AFAE-2A5FEC4A70B3}" type="datetimeFigureOut">
              <a:rPr lang="es-DO" smtClean="0"/>
              <a:t>7/4/2026</a:t>
            </a:fld>
            <a:endParaRPr lang="es-D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D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E8C449-59B7-4C51-95D1-2EDD7355647E}" type="slidenum">
              <a:rPr lang="es-DO" smtClean="0"/>
              <a:t>‹Nº›</a:t>
            </a:fld>
            <a:endParaRPr lang="es-DO"/>
          </a:p>
        </p:txBody>
      </p:sp>
    </p:spTree>
    <p:extLst>
      <p:ext uri="{BB962C8B-B14F-4D97-AF65-F5344CB8AC3E}">
        <p14:creationId xmlns:p14="http://schemas.microsoft.com/office/powerpoint/2010/main" val="17707712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DO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DO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44027-968F-401B-AFAE-2A5FEC4A70B3}" type="datetimeFigureOut">
              <a:rPr lang="es-DO" smtClean="0"/>
              <a:t>7/4/2026</a:t>
            </a:fld>
            <a:endParaRPr lang="es-D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D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E8C449-59B7-4C51-95D1-2EDD7355647E}" type="slidenum">
              <a:rPr lang="es-DO" smtClean="0"/>
              <a:t>‹Nº›</a:t>
            </a:fld>
            <a:endParaRPr lang="es-DO"/>
          </a:p>
        </p:txBody>
      </p:sp>
    </p:spTree>
    <p:extLst>
      <p:ext uri="{BB962C8B-B14F-4D97-AF65-F5344CB8AC3E}">
        <p14:creationId xmlns:p14="http://schemas.microsoft.com/office/powerpoint/2010/main" val="6524006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DO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DO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44027-968F-401B-AFAE-2A5FEC4A70B3}" type="datetimeFigureOut">
              <a:rPr lang="es-DO" smtClean="0"/>
              <a:t>7/4/2026</a:t>
            </a:fld>
            <a:endParaRPr lang="es-DO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DO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E8C449-59B7-4C51-95D1-2EDD7355647E}" type="slidenum">
              <a:rPr lang="es-DO" smtClean="0"/>
              <a:t>‹Nº›</a:t>
            </a:fld>
            <a:endParaRPr lang="es-DO"/>
          </a:p>
        </p:txBody>
      </p:sp>
    </p:spTree>
    <p:extLst>
      <p:ext uri="{BB962C8B-B14F-4D97-AF65-F5344CB8AC3E}">
        <p14:creationId xmlns:p14="http://schemas.microsoft.com/office/powerpoint/2010/main" val="24902229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DO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DO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44027-968F-401B-AFAE-2A5FEC4A70B3}" type="datetimeFigureOut">
              <a:rPr lang="es-DO" smtClean="0"/>
              <a:t>7/4/2026</a:t>
            </a:fld>
            <a:endParaRPr lang="es-DO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DO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E8C449-59B7-4C51-95D1-2EDD7355647E}" type="slidenum">
              <a:rPr lang="es-DO" smtClean="0"/>
              <a:t>‹Nº›</a:t>
            </a:fld>
            <a:endParaRPr lang="es-DO"/>
          </a:p>
        </p:txBody>
      </p:sp>
    </p:spTree>
    <p:extLst>
      <p:ext uri="{BB962C8B-B14F-4D97-AF65-F5344CB8AC3E}">
        <p14:creationId xmlns:p14="http://schemas.microsoft.com/office/powerpoint/2010/main" val="10158170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DO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DO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E44027-968F-401B-AFAE-2A5FEC4A70B3}" type="datetimeFigureOut">
              <a:rPr lang="es-DO" smtClean="0"/>
              <a:t>7/4/2026</a:t>
            </a:fld>
            <a:endParaRPr lang="es-DO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DO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E8C449-59B7-4C51-95D1-2EDD7355647E}" type="slidenum">
              <a:rPr lang="es-DO" smtClean="0"/>
              <a:t>‹Nº›</a:t>
            </a:fld>
            <a:endParaRPr lang="es-DO"/>
          </a:p>
        </p:txBody>
      </p:sp>
    </p:spTree>
    <p:extLst>
      <p:ext uri="{BB962C8B-B14F-4D97-AF65-F5344CB8AC3E}">
        <p14:creationId xmlns:p14="http://schemas.microsoft.com/office/powerpoint/2010/main" val="14867294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D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elchecho3000-blip/Ciberseguridad-bootcamp/tree/main/Mini%20proyecto%20script%20-red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>
            <a:spLocks noGrp="1"/>
          </p:cNvSpPr>
          <p:nvPr>
            <p:ph type="subTitle" idx="1"/>
          </p:nvPr>
        </p:nvSpPr>
        <p:spPr>
          <a:xfrm>
            <a:off x="439100" y="2489200"/>
            <a:ext cx="11525100" cy="436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s-DO" b="1" dirty="0">
                <a:latin typeface="Verdana"/>
                <a:ea typeface="Verdana"/>
                <a:cs typeface="Verdana"/>
                <a:sym typeface="Verdana"/>
              </a:rPr>
              <a:t>Participante: </a:t>
            </a:r>
            <a:r>
              <a:rPr lang="es-DO" dirty="0">
                <a:latin typeface="Verdana"/>
                <a:ea typeface="Verdana"/>
                <a:cs typeface="Verdana"/>
                <a:sym typeface="Verdana"/>
              </a:rPr>
              <a:t>Luis Ramon Reyes Volquez</a:t>
            </a:r>
            <a:endParaRPr dirty="0">
              <a:latin typeface="Verdana"/>
              <a:ea typeface="Verdana"/>
              <a:cs typeface="Verdana"/>
              <a:sym typeface="Verdana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s-DO" b="1" dirty="0">
                <a:latin typeface="Verdana"/>
                <a:ea typeface="Verdana"/>
                <a:cs typeface="Verdana"/>
                <a:sym typeface="Verdana"/>
              </a:rPr>
              <a:t>Facilitador: </a:t>
            </a:r>
            <a:r>
              <a:rPr lang="es-DO" dirty="0">
                <a:latin typeface="Verdana"/>
                <a:ea typeface="Verdana"/>
                <a:cs typeface="Verdana"/>
                <a:sym typeface="Verdana"/>
              </a:rPr>
              <a:t>Kevin Feliz Henríquez </a:t>
            </a: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s-ES" b="1" dirty="0">
                <a:latin typeface="Verdana"/>
                <a:ea typeface="Verdana"/>
                <a:cs typeface="Verdana"/>
                <a:sym typeface="Verdana"/>
              </a:rPr>
              <a:t>Técnico: </a:t>
            </a:r>
            <a:r>
              <a:rPr lang="es-ES" dirty="0">
                <a:latin typeface="Verdana"/>
                <a:ea typeface="Verdana"/>
                <a:cs typeface="Verdana"/>
                <a:sym typeface="Verdana"/>
              </a:rPr>
              <a:t>Ciberseguridad</a:t>
            </a:r>
            <a:endParaRPr dirty="0">
              <a:latin typeface="Verdana"/>
              <a:ea typeface="Verdana"/>
              <a:cs typeface="Verdana"/>
              <a:sym typeface="Verdana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s-DO" b="1" dirty="0">
                <a:latin typeface="Verdana"/>
                <a:ea typeface="Verdana"/>
                <a:cs typeface="Verdana"/>
                <a:sym typeface="Verdana"/>
              </a:rPr>
              <a:t>Módulo: </a:t>
            </a:r>
            <a:r>
              <a:rPr lang="es-ES" dirty="0">
                <a:latin typeface="Verdana"/>
                <a:ea typeface="Verdana"/>
                <a:cs typeface="Verdana"/>
                <a:sym typeface="Verdana"/>
              </a:rPr>
              <a:t>Fundamentos de ciberseguridad</a:t>
            </a: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s-ES" b="1" dirty="0">
                <a:latin typeface="Verdana"/>
                <a:ea typeface="Verdana"/>
                <a:cs typeface="Verdana"/>
                <a:sym typeface="Verdana"/>
              </a:rPr>
              <a:t>Centro: </a:t>
            </a:r>
            <a:r>
              <a:rPr lang="es-ES" dirty="0" err="1">
                <a:latin typeface="Verdana"/>
                <a:ea typeface="Verdana"/>
                <a:cs typeface="Verdana"/>
                <a:sym typeface="Verdana"/>
              </a:rPr>
              <a:t>Cyberclass</a:t>
            </a:r>
            <a:endParaRPr dirty="0">
              <a:latin typeface="Verdana"/>
              <a:ea typeface="Verdana"/>
              <a:cs typeface="Verdana"/>
              <a:sym typeface="Verdana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s-DO" b="1" dirty="0">
                <a:latin typeface="Verdana"/>
                <a:ea typeface="Verdana"/>
                <a:cs typeface="Verdana"/>
                <a:sym typeface="Verdana"/>
              </a:rPr>
              <a:t>Practica: </a:t>
            </a:r>
            <a:r>
              <a:rPr lang="es-ES" dirty="0">
                <a:latin typeface="Verdana"/>
                <a:ea typeface="Verdana"/>
                <a:cs typeface="Verdana"/>
                <a:sym typeface="Verdana"/>
              </a:rPr>
              <a:t>#1 – Mini proyecto con bat en Windows</a:t>
            </a:r>
            <a:endParaRPr dirty="0">
              <a:latin typeface="Verdana"/>
              <a:ea typeface="Verdana"/>
              <a:cs typeface="Verdana"/>
              <a:sym typeface="Verdana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s-DO" b="1" dirty="0">
                <a:latin typeface="Verdana"/>
                <a:ea typeface="Verdana"/>
                <a:cs typeface="Verdana"/>
                <a:sym typeface="Verdana"/>
              </a:rPr>
              <a:t>Descripción: </a:t>
            </a:r>
            <a:r>
              <a:rPr lang="es-DO" dirty="0">
                <a:latin typeface="Verdana"/>
                <a:ea typeface="Verdana"/>
                <a:cs typeface="Verdana"/>
                <a:sym typeface="Verdana"/>
              </a:rPr>
              <a:t>En esta practica creo mi primer proyecto en </a:t>
            </a:r>
            <a:r>
              <a:rPr lang="es-DO" b="1" dirty="0" err="1">
                <a:latin typeface="Verdana"/>
                <a:ea typeface="Verdana"/>
                <a:cs typeface="Verdana"/>
                <a:sym typeface="Verdana"/>
              </a:rPr>
              <a:t>Github</a:t>
            </a:r>
            <a:r>
              <a:rPr lang="es-DO" dirty="0">
                <a:latin typeface="Verdana"/>
                <a:ea typeface="Verdana"/>
                <a:cs typeface="Verdana"/>
                <a:sym typeface="Verdana"/>
              </a:rPr>
              <a:t> y también el primer script con el lenguaje </a:t>
            </a:r>
            <a:r>
              <a:rPr lang="es-DO" b="1" dirty="0">
                <a:latin typeface="Verdana"/>
                <a:ea typeface="Verdana"/>
                <a:cs typeface="Verdana"/>
                <a:sym typeface="Verdana"/>
              </a:rPr>
              <a:t>bat </a:t>
            </a:r>
            <a:r>
              <a:rPr lang="es-DO" dirty="0">
                <a:latin typeface="Verdana"/>
                <a:ea typeface="Verdana"/>
                <a:cs typeface="Verdana"/>
                <a:sym typeface="Verdana"/>
              </a:rPr>
              <a:t>para ejecutar comandos de red de forma automática en sistemas operativos Windows</a:t>
            </a:r>
          </a:p>
        </p:txBody>
      </p:sp>
      <p:pic>
        <p:nvPicPr>
          <p:cNvPr id="86" name="Google Shape;86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24652" y="475372"/>
            <a:ext cx="2342695" cy="1700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844" y="471064"/>
            <a:ext cx="6592220" cy="6077798"/>
          </a:xfrm>
          <a:prstGeom prst="rect">
            <a:avLst/>
          </a:prstGeom>
        </p:spPr>
      </p:pic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7531313" y="1245625"/>
            <a:ext cx="3750365" cy="4971428"/>
          </a:xfrm>
        </p:spPr>
        <p:txBody>
          <a:bodyPr/>
          <a:lstStyle/>
          <a:p>
            <a:pPr algn="l"/>
            <a:r>
              <a:rPr lang="es-DO" dirty="0"/>
              <a:t>Para esta práctica empezamos dirigiéndonos a un directorio en específico de la PC, allí añadiremos una carpeta para almacenar los archivos que generemos, entonces creamos el archivo </a:t>
            </a:r>
            <a:r>
              <a:rPr lang="es-DO" dirty="0" err="1"/>
              <a:t>bat</a:t>
            </a:r>
            <a:r>
              <a:rPr lang="es-DO" dirty="0"/>
              <a:t> y lo ejecutamos como un bloc de notas para poder editarlo con los comandos que utilizaremos para producir nuestros reportes de red.</a:t>
            </a:r>
          </a:p>
          <a:p>
            <a:pPr algn="l"/>
            <a:endParaRPr lang="es-DO" dirty="0"/>
          </a:p>
          <a:p>
            <a:pPr algn="l"/>
            <a:endParaRPr lang="es-DO" dirty="0"/>
          </a:p>
        </p:txBody>
      </p:sp>
    </p:spTree>
    <p:extLst>
      <p:ext uri="{BB962C8B-B14F-4D97-AF65-F5344CB8AC3E}">
        <p14:creationId xmlns:p14="http://schemas.microsoft.com/office/powerpoint/2010/main" val="12996705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526A962-D40B-AC0F-3F13-EE1D50D636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6669" y="192847"/>
            <a:ext cx="6370983" cy="1325563"/>
          </a:xfrm>
        </p:spPr>
        <p:txBody>
          <a:bodyPr>
            <a:normAutofit/>
          </a:bodyPr>
          <a:lstStyle/>
          <a:p>
            <a:pPr algn="ctr"/>
            <a:r>
              <a:rPr lang="es-ES" sz="2800" b="1" dirty="0"/>
              <a:t>Estos son los comandos que utilizaremos para la creación de nuestro script</a:t>
            </a:r>
          </a:p>
        </p:txBody>
      </p:sp>
      <p:pic>
        <p:nvPicPr>
          <p:cNvPr id="9" name="Marcador de contenido 8">
            <a:extLst>
              <a:ext uri="{FF2B5EF4-FFF2-40B4-BE49-F238E27FC236}">
                <a16:creationId xmlns:a16="http://schemas.microsoft.com/office/drawing/2014/main" id="{FFA82431-6815-61FA-4FA4-5DA457ACC4F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25652" y="1410305"/>
            <a:ext cx="4536508" cy="5082570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12FAB7A3-3012-FC29-3116-D93CB0D7AB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8740" y="1410305"/>
            <a:ext cx="4785337" cy="5036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99356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717348" y="816429"/>
            <a:ext cx="3573109" cy="4615089"/>
          </a:xfrm>
        </p:spPr>
        <p:txBody>
          <a:bodyPr>
            <a:normAutofit/>
          </a:bodyPr>
          <a:lstStyle/>
          <a:p>
            <a:r>
              <a:rPr lang="es-DO" sz="2800" b="1" dirty="0"/>
              <a:t>Esto es el archivo bat ejecutado en el </a:t>
            </a:r>
            <a:r>
              <a:rPr lang="es-DO" sz="2800" b="1" dirty="0" err="1"/>
              <a:t>cmd</a:t>
            </a:r>
            <a:r>
              <a:rPr lang="es-DO" sz="2800" b="1" dirty="0"/>
              <a:t>.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D69FE018-A249-770A-0656-3D1127C0E1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6088" y="426380"/>
            <a:ext cx="5675281" cy="6005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4343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4699000" cy="5730875"/>
          </a:xfrm>
        </p:spPr>
        <p:txBody>
          <a:bodyPr>
            <a:normAutofit/>
          </a:bodyPr>
          <a:lstStyle/>
          <a:p>
            <a:r>
              <a:rPr lang="es-DO" sz="3600" b="1" dirty="0"/>
              <a:t>Captura de pantalla de los resultados obtenidos tras haber ejecutado el archivo bat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0EBA2394-71F4-86FC-988A-4E6E17889A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7200" y="1339570"/>
            <a:ext cx="5729423" cy="37819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11146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1476904D-62EA-A720-71F7-6E702C3CB7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4557" y="400050"/>
            <a:ext cx="3572153" cy="6230219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3BA94BC7-8852-A1CA-E02A-91953DA20A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5291" y="400050"/>
            <a:ext cx="4239217" cy="6230219"/>
          </a:xfrm>
          <a:prstGeom prst="rect">
            <a:avLst/>
          </a:prstGeom>
        </p:spPr>
      </p:pic>
      <p:sp>
        <p:nvSpPr>
          <p:cNvPr id="10" name="Elipse 9">
            <a:extLst>
              <a:ext uri="{FF2B5EF4-FFF2-40B4-BE49-F238E27FC236}">
                <a16:creationId xmlns:a16="http://schemas.microsoft.com/office/drawing/2014/main" id="{C6E16342-9245-6226-28A8-15A9676430DD}"/>
              </a:ext>
            </a:extLst>
          </p:cNvPr>
          <p:cNvSpPr/>
          <p:nvPr/>
        </p:nvSpPr>
        <p:spPr>
          <a:xfrm>
            <a:off x="7315200" y="900752"/>
            <a:ext cx="941696" cy="16377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DO"/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52F05C49-DD87-2079-28AC-590478CD75D5}"/>
              </a:ext>
            </a:extLst>
          </p:cNvPr>
          <p:cNvSpPr/>
          <p:nvPr/>
        </p:nvSpPr>
        <p:spPr>
          <a:xfrm>
            <a:off x="7315200" y="4396854"/>
            <a:ext cx="941696" cy="16377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DO"/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ED5E56B1-E2CB-282D-2098-C852FD31AE8C}"/>
              </a:ext>
            </a:extLst>
          </p:cNvPr>
          <p:cNvSpPr/>
          <p:nvPr/>
        </p:nvSpPr>
        <p:spPr>
          <a:xfrm>
            <a:off x="7301552" y="3039469"/>
            <a:ext cx="941696" cy="16377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DO"/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EDB5908F-3788-1B03-9459-4D64373FDB79}"/>
              </a:ext>
            </a:extLst>
          </p:cNvPr>
          <p:cNvSpPr/>
          <p:nvPr/>
        </p:nvSpPr>
        <p:spPr>
          <a:xfrm>
            <a:off x="7301552" y="2011054"/>
            <a:ext cx="941696" cy="16377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DO"/>
          </a:p>
        </p:txBody>
      </p:sp>
      <p:sp>
        <p:nvSpPr>
          <p:cNvPr id="14" name="Elipse 13">
            <a:extLst>
              <a:ext uri="{FF2B5EF4-FFF2-40B4-BE49-F238E27FC236}">
                <a16:creationId xmlns:a16="http://schemas.microsoft.com/office/drawing/2014/main" id="{95F7ECF1-F815-86E0-3B25-6B15820BF959}"/>
              </a:ext>
            </a:extLst>
          </p:cNvPr>
          <p:cNvSpPr/>
          <p:nvPr/>
        </p:nvSpPr>
        <p:spPr>
          <a:xfrm>
            <a:off x="7294728" y="5431674"/>
            <a:ext cx="941696" cy="16377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DO"/>
          </a:p>
        </p:txBody>
      </p:sp>
      <p:sp>
        <p:nvSpPr>
          <p:cNvPr id="15" name="Elipse 14">
            <a:extLst>
              <a:ext uri="{FF2B5EF4-FFF2-40B4-BE49-F238E27FC236}">
                <a16:creationId xmlns:a16="http://schemas.microsoft.com/office/drawing/2014/main" id="{F8EA557A-772B-4DBE-E802-C62541FA1E0E}"/>
              </a:ext>
            </a:extLst>
          </p:cNvPr>
          <p:cNvSpPr/>
          <p:nvPr/>
        </p:nvSpPr>
        <p:spPr>
          <a:xfrm>
            <a:off x="6748817" y="2276938"/>
            <a:ext cx="941696" cy="16377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DO"/>
          </a:p>
        </p:txBody>
      </p:sp>
      <p:sp>
        <p:nvSpPr>
          <p:cNvPr id="16" name="Elipse 15">
            <a:extLst>
              <a:ext uri="{FF2B5EF4-FFF2-40B4-BE49-F238E27FC236}">
                <a16:creationId xmlns:a16="http://schemas.microsoft.com/office/drawing/2014/main" id="{21485BE4-334C-934A-8608-70941F312599}"/>
              </a:ext>
            </a:extLst>
          </p:cNvPr>
          <p:cNvSpPr/>
          <p:nvPr/>
        </p:nvSpPr>
        <p:spPr>
          <a:xfrm>
            <a:off x="6748817" y="3372343"/>
            <a:ext cx="941696" cy="16377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DO"/>
          </a:p>
        </p:txBody>
      </p:sp>
      <p:sp>
        <p:nvSpPr>
          <p:cNvPr id="17" name="Elipse 16">
            <a:extLst>
              <a:ext uri="{FF2B5EF4-FFF2-40B4-BE49-F238E27FC236}">
                <a16:creationId xmlns:a16="http://schemas.microsoft.com/office/drawing/2014/main" id="{AF34629F-7EF7-92A2-658F-C6AE041C7B4A}"/>
              </a:ext>
            </a:extLst>
          </p:cNvPr>
          <p:cNvSpPr/>
          <p:nvPr/>
        </p:nvSpPr>
        <p:spPr>
          <a:xfrm>
            <a:off x="6748817" y="4683174"/>
            <a:ext cx="941696" cy="16377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DO"/>
          </a:p>
        </p:txBody>
      </p:sp>
      <p:sp>
        <p:nvSpPr>
          <p:cNvPr id="18" name="Elipse 17">
            <a:extLst>
              <a:ext uri="{FF2B5EF4-FFF2-40B4-BE49-F238E27FC236}">
                <a16:creationId xmlns:a16="http://schemas.microsoft.com/office/drawing/2014/main" id="{9C5904E7-39CC-EF74-208E-9DE9090D6CA5}"/>
              </a:ext>
            </a:extLst>
          </p:cNvPr>
          <p:cNvSpPr/>
          <p:nvPr/>
        </p:nvSpPr>
        <p:spPr>
          <a:xfrm>
            <a:off x="6810233" y="5672352"/>
            <a:ext cx="941696" cy="16377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DO"/>
          </a:p>
        </p:txBody>
      </p:sp>
      <p:sp>
        <p:nvSpPr>
          <p:cNvPr id="19" name="Elipse 18">
            <a:extLst>
              <a:ext uri="{FF2B5EF4-FFF2-40B4-BE49-F238E27FC236}">
                <a16:creationId xmlns:a16="http://schemas.microsoft.com/office/drawing/2014/main" id="{42AC7392-B561-8EB6-94BB-1F99697F7936}"/>
              </a:ext>
            </a:extLst>
          </p:cNvPr>
          <p:cNvSpPr/>
          <p:nvPr/>
        </p:nvSpPr>
        <p:spPr>
          <a:xfrm>
            <a:off x="6748817" y="1201556"/>
            <a:ext cx="941696" cy="16377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DO"/>
          </a:p>
        </p:txBody>
      </p:sp>
    </p:spTree>
    <p:extLst>
      <p:ext uri="{BB962C8B-B14F-4D97-AF65-F5344CB8AC3E}">
        <p14:creationId xmlns:p14="http://schemas.microsoft.com/office/powerpoint/2010/main" val="17393760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BE6E2868-AF6A-DE2C-50D7-53AF8DC284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81" y="1043236"/>
            <a:ext cx="5112849" cy="4771528"/>
          </a:xfrm>
          <a:prstGeom prst="rect">
            <a:avLst/>
          </a:prstGeom>
        </p:spPr>
      </p:pic>
      <p:pic>
        <p:nvPicPr>
          <p:cNvPr id="6" name="Marcador de contenido 4">
            <a:extLst>
              <a:ext uri="{FF2B5EF4-FFF2-40B4-BE49-F238E27FC236}">
                <a16:creationId xmlns:a16="http://schemas.microsoft.com/office/drawing/2014/main" id="{F731E720-6564-9561-40D1-AE3F60CA006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096000" y="1023213"/>
            <a:ext cx="5128293" cy="4791551"/>
          </a:xfrm>
        </p:spPr>
      </p:pic>
      <p:sp>
        <p:nvSpPr>
          <p:cNvPr id="8" name="Elipse 7">
            <a:extLst>
              <a:ext uri="{FF2B5EF4-FFF2-40B4-BE49-F238E27FC236}">
                <a16:creationId xmlns:a16="http://schemas.microsoft.com/office/drawing/2014/main" id="{C6CB9047-BF07-86CC-9613-69B6184E54FE}"/>
              </a:ext>
            </a:extLst>
          </p:cNvPr>
          <p:cNvSpPr/>
          <p:nvPr/>
        </p:nvSpPr>
        <p:spPr>
          <a:xfrm>
            <a:off x="8660146" y="2376985"/>
            <a:ext cx="941696" cy="16377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DO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B6C8F4D2-150B-E3AD-08F7-03D1AA4FFFD7}"/>
              </a:ext>
            </a:extLst>
          </p:cNvPr>
          <p:cNvSpPr/>
          <p:nvPr/>
        </p:nvSpPr>
        <p:spPr>
          <a:xfrm>
            <a:off x="2907605" y="4644788"/>
            <a:ext cx="941696" cy="16377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DO"/>
          </a:p>
        </p:txBody>
      </p:sp>
    </p:spTree>
    <p:extLst>
      <p:ext uri="{BB962C8B-B14F-4D97-AF65-F5344CB8AC3E}">
        <p14:creationId xmlns:p14="http://schemas.microsoft.com/office/powerpoint/2010/main" val="14380936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>
            <a:extLst>
              <a:ext uri="{FF2B5EF4-FFF2-40B4-BE49-F238E27FC236}">
                <a16:creationId xmlns:a16="http://schemas.microsoft.com/office/drawing/2014/main" id="{BADAD35A-65E6-55F7-1457-1D1346A665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9810" y="447259"/>
            <a:ext cx="7192379" cy="5963482"/>
          </a:xfrm>
          <a:prstGeom prst="rect">
            <a:avLst/>
          </a:prstGeom>
        </p:spPr>
      </p:pic>
      <p:sp>
        <p:nvSpPr>
          <p:cNvPr id="10" name="Elipse 9">
            <a:extLst>
              <a:ext uri="{FF2B5EF4-FFF2-40B4-BE49-F238E27FC236}">
                <a16:creationId xmlns:a16="http://schemas.microsoft.com/office/drawing/2014/main" id="{C6AC1A7D-0053-4879-5ECE-EB9A0708A061}"/>
              </a:ext>
            </a:extLst>
          </p:cNvPr>
          <p:cNvSpPr/>
          <p:nvPr/>
        </p:nvSpPr>
        <p:spPr>
          <a:xfrm>
            <a:off x="6095999" y="3550692"/>
            <a:ext cx="941696" cy="16377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DO"/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3C7F1E54-0947-3DD4-22F4-13DB86BA795D}"/>
              </a:ext>
            </a:extLst>
          </p:cNvPr>
          <p:cNvSpPr/>
          <p:nvPr/>
        </p:nvSpPr>
        <p:spPr>
          <a:xfrm>
            <a:off x="5515970" y="3714465"/>
            <a:ext cx="941696" cy="16377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DO"/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5909D90C-6522-BC53-D55B-412F6D818F2C}"/>
              </a:ext>
            </a:extLst>
          </p:cNvPr>
          <p:cNvSpPr/>
          <p:nvPr/>
        </p:nvSpPr>
        <p:spPr>
          <a:xfrm>
            <a:off x="7314065" y="3550691"/>
            <a:ext cx="941696" cy="16377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DO"/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BABCD487-25EF-090B-0AEE-0A042CB30124}"/>
              </a:ext>
            </a:extLst>
          </p:cNvPr>
          <p:cNvSpPr/>
          <p:nvPr/>
        </p:nvSpPr>
        <p:spPr>
          <a:xfrm>
            <a:off x="6250674" y="2838734"/>
            <a:ext cx="941696" cy="16377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DO"/>
          </a:p>
        </p:txBody>
      </p:sp>
    </p:spTree>
    <p:extLst>
      <p:ext uri="{BB962C8B-B14F-4D97-AF65-F5344CB8AC3E}">
        <p14:creationId xmlns:p14="http://schemas.microsoft.com/office/powerpoint/2010/main" val="42903591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77AAADCC-22F7-6C69-8F4E-4012D4FCC6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888" y="375696"/>
            <a:ext cx="4391638" cy="2667372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4727DAFA-5BAC-AE60-BD8B-4AFC9D52CC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3573" y="128127"/>
            <a:ext cx="6077798" cy="6601746"/>
          </a:xfrm>
          <a:prstGeom prst="rect">
            <a:avLst/>
          </a:prstGeom>
        </p:spPr>
      </p:pic>
      <p:sp>
        <p:nvSpPr>
          <p:cNvPr id="8" name="Rectángulo 7">
            <a:extLst>
              <a:ext uri="{FF2B5EF4-FFF2-40B4-BE49-F238E27FC236}">
                <a16:creationId xmlns:a16="http://schemas.microsoft.com/office/drawing/2014/main" id="{FC76B5B1-432B-CC4C-D056-7A917530D7C0}"/>
              </a:ext>
            </a:extLst>
          </p:cNvPr>
          <p:cNvSpPr/>
          <p:nvPr/>
        </p:nvSpPr>
        <p:spPr>
          <a:xfrm>
            <a:off x="6096000" y="1228299"/>
            <a:ext cx="3184478" cy="54060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DO"/>
          </a:p>
        </p:txBody>
      </p:sp>
    </p:spTree>
    <p:extLst>
      <p:ext uri="{BB962C8B-B14F-4D97-AF65-F5344CB8AC3E}">
        <p14:creationId xmlns:p14="http://schemas.microsoft.com/office/powerpoint/2010/main" val="3969522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359483D6-9C93-A3F5-3AD5-068723110D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0123" y="256254"/>
            <a:ext cx="9535856" cy="6582694"/>
          </a:xfrm>
          <a:prstGeom prst="rect">
            <a:avLst/>
          </a:prstGeom>
        </p:spPr>
      </p:pic>
      <p:sp>
        <p:nvSpPr>
          <p:cNvPr id="4" name="Rectángulo 3">
            <a:extLst>
              <a:ext uri="{FF2B5EF4-FFF2-40B4-BE49-F238E27FC236}">
                <a16:creationId xmlns:a16="http://schemas.microsoft.com/office/drawing/2014/main" id="{BCAF3056-331C-76FD-0B05-9164EF09E69B}"/>
              </a:ext>
            </a:extLst>
          </p:cNvPr>
          <p:cNvSpPr/>
          <p:nvPr/>
        </p:nvSpPr>
        <p:spPr>
          <a:xfrm>
            <a:off x="2320119" y="2538484"/>
            <a:ext cx="5459105" cy="20608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DO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78858584-A4D3-9447-8744-B1BCA063CA61}"/>
              </a:ext>
            </a:extLst>
          </p:cNvPr>
          <p:cNvSpPr/>
          <p:nvPr/>
        </p:nvSpPr>
        <p:spPr>
          <a:xfrm>
            <a:off x="2306472" y="4653887"/>
            <a:ext cx="900752" cy="22041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DO"/>
          </a:p>
        </p:txBody>
      </p:sp>
    </p:spTree>
    <p:extLst>
      <p:ext uri="{BB962C8B-B14F-4D97-AF65-F5344CB8AC3E}">
        <p14:creationId xmlns:p14="http://schemas.microsoft.com/office/powerpoint/2010/main" val="3387397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>
            <a:extLst>
              <a:ext uri="{FF2B5EF4-FFF2-40B4-BE49-F238E27FC236}">
                <a16:creationId xmlns:a16="http://schemas.microsoft.com/office/drawing/2014/main" id="{FCA6815F-CC4F-0B69-A609-D953A46E82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806" y="580030"/>
            <a:ext cx="5240500" cy="5697940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B64CC065-3F89-8E0D-492F-93B92F9FE6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5845" y="580030"/>
            <a:ext cx="6127349" cy="5697940"/>
          </a:xfrm>
          <a:prstGeom prst="rect">
            <a:avLst/>
          </a:prstGeom>
        </p:spPr>
      </p:pic>
      <p:sp>
        <p:nvSpPr>
          <p:cNvPr id="12" name="Rectángulo 11">
            <a:extLst>
              <a:ext uri="{FF2B5EF4-FFF2-40B4-BE49-F238E27FC236}">
                <a16:creationId xmlns:a16="http://schemas.microsoft.com/office/drawing/2014/main" id="{1FF76639-3223-D12B-8B1A-604BF996441B}"/>
              </a:ext>
            </a:extLst>
          </p:cNvPr>
          <p:cNvSpPr/>
          <p:nvPr/>
        </p:nvSpPr>
        <p:spPr>
          <a:xfrm>
            <a:off x="832513" y="941696"/>
            <a:ext cx="1351129" cy="52407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DO"/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BA2B8422-B48C-7200-E835-784D1A195283}"/>
              </a:ext>
            </a:extLst>
          </p:cNvPr>
          <p:cNvSpPr/>
          <p:nvPr/>
        </p:nvSpPr>
        <p:spPr>
          <a:xfrm>
            <a:off x="6482687" y="941696"/>
            <a:ext cx="2470244" cy="52407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DO"/>
          </a:p>
        </p:txBody>
      </p:sp>
    </p:spTree>
    <p:extLst>
      <p:ext uri="{BB962C8B-B14F-4D97-AF65-F5344CB8AC3E}">
        <p14:creationId xmlns:p14="http://schemas.microsoft.com/office/powerpoint/2010/main" val="10649820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838200" y="1356898"/>
            <a:ext cx="10515600" cy="5501102"/>
          </a:xfrm>
        </p:spPr>
        <p:txBody>
          <a:bodyPr>
            <a:normAutofit/>
          </a:bodyPr>
          <a:lstStyle/>
          <a:p>
            <a:r>
              <a:rPr lang="es-DO" dirty="0"/>
              <a:t>En esta práctica aprendí a:</a:t>
            </a:r>
          </a:p>
          <a:p>
            <a:r>
              <a:rPr lang="es-DO" dirty="0"/>
              <a:t>Automatizar tareas rutinarias mediante scripts.</a:t>
            </a:r>
          </a:p>
          <a:p>
            <a:r>
              <a:rPr lang="es-DO" dirty="0"/>
              <a:t>Generar reportes y guardarlos automáticamente en archivos </a:t>
            </a:r>
            <a:r>
              <a:rPr lang="es-DO" dirty="0" err="1"/>
              <a:t>txt</a:t>
            </a:r>
            <a:r>
              <a:rPr lang="es-DO" dirty="0"/>
              <a:t>.</a:t>
            </a:r>
          </a:p>
          <a:p>
            <a:endParaRPr lang="es-DO" dirty="0"/>
          </a:p>
          <a:p>
            <a:endParaRPr lang="es-DO" dirty="0"/>
          </a:p>
          <a:p>
            <a:r>
              <a:rPr lang="es-DO" dirty="0"/>
              <a:t>Enlace del </a:t>
            </a:r>
            <a:r>
              <a:rPr lang="es-DO" dirty="0" err="1"/>
              <a:t>github</a:t>
            </a:r>
            <a:r>
              <a:rPr lang="es-DO" dirty="0"/>
              <a:t> del archivo bat y este tutorial:</a:t>
            </a:r>
            <a:endParaRPr lang="es-DO" dirty="0">
              <a:hlinkClick r:id="rId2"/>
            </a:endParaRPr>
          </a:p>
          <a:p>
            <a:r>
              <a:rPr lang="es-DO" dirty="0">
                <a:hlinkClick r:id="rId2"/>
              </a:rPr>
              <a:t>https://github.com/elchecho3000-blip/Ciberseguridad-bootcamp/tree/main/Mini%20proyecto%20script%20-red</a:t>
            </a:r>
            <a:endParaRPr lang="es-DO" dirty="0"/>
          </a:p>
          <a:p>
            <a:endParaRPr lang="es-DO" dirty="0"/>
          </a:p>
        </p:txBody>
      </p:sp>
    </p:spTree>
    <p:extLst>
      <p:ext uri="{BB962C8B-B14F-4D97-AF65-F5344CB8AC3E}">
        <p14:creationId xmlns:p14="http://schemas.microsoft.com/office/powerpoint/2010/main" val="197254554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</TotalTime>
  <Words>205</Words>
  <Application>Microsoft Office PowerPoint</Application>
  <PresentationFormat>Panorámica</PresentationFormat>
  <Paragraphs>18</Paragraphs>
  <Slides>12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8" baseType="lpstr">
      <vt:lpstr>Aptos</vt:lpstr>
      <vt:lpstr>Arial</vt:lpstr>
      <vt:lpstr>Calibri</vt:lpstr>
      <vt:lpstr>Calibri Light</vt:lpstr>
      <vt:lpstr>Verdana</vt:lpstr>
      <vt:lpstr>Tema de Office</vt:lpstr>
      <vt:lpstr>Presentación de PowerPoint</vt:lpstr>
      <vt:lpstr>Presentación de PowerPoint</vt:lpstr>
      <vt:lpstr>Estos son los comandos que utilizaremos para la creación de nuestro script</vt:lpstr>
      <vt:lpstr>Esto es el archivo bat ejecutado en el cmd.</vt:lpstr>
      <vt:lpstr>Captura de pantalla de los resultados obtenidos tras haber ejecutado el archivo bat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administrado</dc:creator>
  <cp:lastModifiedBy>Participante</cp:lastModifiedBy>
  <cp:revision>11</cp:revision>
  <dcterms:created xsi:type="dcterms:W3CDTF">2026-03-26T15:43:05Z</dcterms:created>
  <dcterms:modified xsi:type="dcterms:W3CDTF">2026-04-07T16:50:09Z</dcterms:modified>
</cp:coreProperties>
</file>